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22"/>
  </p:notesMasterIdLst>
  <p:sldIdLst>
    <p:sldId id="256" r:id="rId2"/>
    <p:sldId id="260" r:id="rId3"/>
    <p:sldId id="318" r:id="rId4"/>
    <p:sldId id="303" r:id="rId5"/>
    <p:sldId id="319" r:id="rId6"/>
    <p:sldId id="310" r:id="rId7"/>
    <p:sldId id="309" r:id="rId8"/>
    <p:sldId id="315" r:id="rId9"/>
    <p:sldId id="316" r:id="rId10"/>
    <p:sldId id="317" r:id="rId11"/>
    <p:sldId id="305" r:id="rId12"/>
    <p:sldId id="320" r:id="rId13"/>
    <p:sldId id="312" r:id="rId14"/>
    <p:sldId id="311" r:id="rId15"/>
    <p:sldId id="314" r:id="rId16"/>
    <p:sldId id="307" r:id="rId17"/>
    <p:sldId id="263" r:id="rId18"/>
    <p:sldId id="264" r:id="rId19"/>
    <p:sldId id="308" r:id="rId20"/>
    <p:sldId id="283" r:id="rId21"/>
  </p:sldIdLst>
  <p:sldSz cx="9144000" cy="5143500" type="screen16x9"/>
  <p:notesSz cx="6858000" cy="9144000"/>
  <p:embeddedFontLst>
    <p:embeddedFont>
      <p:font typeface="Bebas Neue" panose="020B0606020202050201" pitchFamily="34" charset="77"/>
      <p:regular r:id="rId23"/>
    </p:embeddedFont>
    <p:embeddedFont>
      <p:font typeface="Open Sans" panose="020B0606030504020204" pitchFamily="34" charset="0"/>
      <p:regular r:id="rId24"/>
      <p:bold r:id="rId25"/>
      <p:italic r:id="rId26"/>
      <p:boldItalic r:id="rId27"/>
    </p:embeddedFont>
    <p:embeddedFont>
      <p:font typeface="Open Sans ExtraBold" panose="020F0502020204030204" pitchFamily="34" charset="0"/>
      <p:bold r:id="rId28"/>
      <p:italic r:id="rId29"/>
      <p:boldItalic r:id="rId30"/>
    </p:embeddedFont>
    <p:embeddedFont>
      <p:font typeface="Oswald Medium" panose="020F0502020204030204" pitchFamily="34" charset="0"/>
      <p:regular r:id="rId31"/>
    </p:embeddedFont>
    <p:embeddedFont>
      <p:font typeface="Raleway" pitchFamily="2" charset="77"/>
      <p:regular r:id="rId32"/>
      <p:bold r:id="rId33"/>
      <p:italic r:id="rId34"/>
      <p:boldItalic r:id="rId35"/>
    </p:embeddedFont>
    <p:embeddedFont>
      <p:font typeface="Raleway Medium" panose="020F050202020403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2A0C23A-ACD7-475B-A5D5-AEEF82FA3BEF}">
  <a:tblStyle styleId="{12A0C23A-ACD7-475B-A5D5-AEEF82FA3BE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97"/>
    <p:restoredTop sz="94658"/>
  </p:normalViewPr>
  <p:slideViewPr>
    <p:cSldViewPr snapToGrid="0">
      <p:cViewPr varScale="1">
        <p:scale>
          <a:sx n="122" d="100"/>
          <a:sy n="122" d="100"/>
        </p:scale>
        <p:origin x="216" y="8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a75b23d6b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a75b23d6b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a:extLst>
            <a:ext uri="{FF2B5EF4-FFF2-40B4-BE49-F238E27FC236}">
              <a16:creationId xmlns:a16="http://schemas.microsoft.com/office/drawing/2014/main" id="{20A33AA0-E0BC-634B-0749-33FC3A51409C}"/>
            </a:ext>
          </a:extLst>
        </p:cNvPr>
        <p:cNvGrpSpPr/>
        <p:nvPr/>
      </p:nvGrpSpPr>
      <p:grpSpPr>
        <a:xfrm>
          <a:off x="0" y="0"/>
          <a:ext cx="0" cy="0"/>
          <a:chOff x="0" y="0"/>
          <a:chExt cx="0" cy="0"/>
        </a:xfrm>
      </p:grpSpPr>
      <p:sp>
        <p:nvSpPr>
          <p:cNvPr id="315" name="Google Shape;315;ga75b23d6be_0_5:notes">
            <a:extLst>
              <a:ext uri="{FF2B5EF4-FFF2-40B4-BE49-F238E27FC236}">
                <a16:creationId xmlns:a16="http://schemas.microsoft.com/office/drawing/2014/main" id="{A1EDF19C-0994-423F-7127-2E3E911235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a75b23d6be_0_5:notes">
            <a:extLst>
              <a:ext uri="{FF2B5EF4-FFF2-40B4-BE49-F238E27FC236}">
                <a16:creationId xmlns:a16="http://schemas.microsoft.com/office/drawing/2014/main" id="{B4C21F76-18B4-F6C7-5A08-6C6942E8FC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20862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a:extLst>
            <a:ext uri="{FF2B5EF4-FFF2-40B4-BE49-F238E27FC236}">
              <a16:creationId xmlns:a16="http://schemas.microsoft.com/office/drawing/2014/main" id="{99CC235D-F9BD-A9AC-7A1E-4C96ACFC61C0}"/>
            </a:ext>
          </a:extLst>
        </p:cNvPr>
        <p:cNvGrpSpPr/>
        <p:nvPr/>
      </p:nvGrpSpPr>
      <p:grpSpPr>
        <a:xfrm>
          <a:off x="0" y="0"/>
          <a:ext cx="0" cy="0"/>
          <a:chOff x="0" y="0"/>
          <a:chExt cx="0" cy="0"/>
        </a:xfrm>
      </p:grpSpPr>
      <p:sp>
        <p:nvSpPr>
          <p:cNvPr id="315" name="Google Shape;315;ga75b23d6be_0_5:notes">
            <a:extLst>
              <a:ext uri="{FF2B5EF4-FFF2-40B4-BE49-F238E27FC236}">
                <a16:creationId xmlns:a16="http://schemas.microsoft.com/office/drawing/2014/main" id="{9E6BC235-79AE-043E-623E-FE03073FD1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a75b23d6be_0_5:notes">
            <a:extLst>
              <a:ext uri="{FF2B5EF4-FFF2-40B4-BE49-F238E27FC236}">
                <a16:creationId xmlns:a16="http://schemas.microsoft.com/office/drawing/2014/main" id="{E81BC99B-0D31-09C1-864C-0F57BAD738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9768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a:extLst>
            <a:ext uri="{FF2B5EF4-FFF2-40B4-BE49-F238E27FC236}">
              <a16:creationId xmlns:a16="http://schemas.microsoft.com/office/drawing/2014/main" id="{6F3C6644-7B3F-07D3-CA62-C7ABC96EAAB6}"/>
            </a:ext>
          </a:extLst>
        </p:cNvPr>
        <p:cNvGrpSpPr/>
        <p:nvPr/>
      </p:nvGrpSpPr>
      <p:grpSpPr>
        <a:xfrm>
          <a:off x="0" y="0"/>
          <a:ext cx="0" cy="0"/>
          <a:chOff x="0" y="0"/>
          <a:chExt cx="0" cy="0"/>
        </a:xfrm>
      </p:grpSpPr>
      <p:sp>
        <p:nvSpPr>
          <p:cNvPr id="315" name="Google Shape;315;ga75b23d6be_0_5:notes">
            <a:extLst>
              <a:ext uri="{FF2B5EF4-FFF2-40B4-BE49-F238E27FC236}">
                <a16:creationId xmlns:a16="http://schemas.microsoft.com/office/drawing/2014/main" id="{81650B22-9B27-5FD9-D854-56CAF0EFB2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a75b23d6be_0_5:notes">
            <a:extLst>
              <a:ext uri="{FF2B5EF4-FFF2-40B4-BE49-F238E27FC236}">
                <a16:creationId xmlns:a16="http://schemas.microsoft.com/office/drawing/2014/main" id="{46609A99-A687-166B-5486-31F88B03EE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691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a:extLst>
            <a:ext uri="{FF2B5EF4-FFF2-40B4-BE49-F238E27FC236}">
              <a16:creationId xmlns:a16="http://schemas.microsoft.com/office/drawing/2014/main" id="{F567E9D1-704B-F06D-CFB8-104AB8312023}"/>
            </a:ext>
          </a:extLst>
        </p:cNvPr>
        <p:cNvGrpSpPr/>
        <p:nvPr/>
      </p:nvGrpSpPr>
      <p:grpSpPr>
        <a:xfrm>
          <a:off x="0" y="0"/>
          <a:ext cx="0" cy="0"/>
          <a:chOff x="0" y="0"/>
          <a:chExt cx="0" cy="0"/>
        </a:xfrm>
      </p:grpSpPr>
      <p:sp>
        <p:nvSpPr>
          <p:cNvPr id="474" name="Google Shape;474;ga98aaffd6e_1_197:notes">
            <a:extLst>
              <a:ext uri="{FF2B5EF4-FFF2-40B4-BE49-F238E27FC236}">
                <a16:creationId xmlns:a16="http://schemas.microsoft.com/office/drawing/2014/main" id="{AD581279-A76C-47AB-9999-B686C89233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a98aaffd6e_1_197:notes">
            <a:extLst>
              <a:ext uri="{FF2B5EF4-FFF2-40B4-BE49-F238E27FC236}">
                <a16:creationId xmlns:a16="http://schemas.microsoft.com/office/drawing/2014/main" id="{A5F771F7-6600-84E3-6882-C365BD9B7F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35509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a:extLst>
            <a:ext uri="{FF2B5EF4-FFF2-40B4-BE49-F238E27FC236}">
              <a16:creationId xmlns:a16="http://schemas.microsoft.com/office/drawing/2014/main" id="{DA08241E-D98E-29A0-2AA5-F53D91422E33}"/>
            </a:ext>
          </a:extLst>
        </p:cNvPr>
        <p:cNvGrpSpPr/>
        <p:nvPr/>
      </p:nvGrpSpPr>
      <p:grpSpPr>
        <a:xfrm>
          <a:off x="0" y="0"/>
          <a:ext cx="0" cy="0"/>
          <a:chOff x="0" y="0"/>
          <a:chExt cx="0" cy="0"/>
        </a:xfrm>
      </p:grpSpPr>
      <p:sp>
        <p:nvSpPr>
          <p:cNvPr id="474" name="Google Shape;474;ga98aaffd6e_1_197:notes">
            <a:extLst>
              <a:ext uri="{FF2B5EF4-FFF2-40B4-BE49-F238E27FC236}">
                <a16:creationId xmlns:a16="http://schemas.microsoft.com/office/drawing/2014/main" id="{65226C44-AB3C-9967-1817-13DFDD2BE1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a98aaffd6e_1_197:notes">
            <a:extLst>
              <a:ext uri="{FF2B5EF4-FFF2-40B4-BE49-F238E27FC236}">
                <a16:creationId xmlns:a16="http://schemas.microsoft.com/office/drawing/2014/main" id="{A02EF5F0-1E76-CD40-E752-258FD07B70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66921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a:extLst>
            <a:ext uri="{FF2B5EF4-FFF2-40B4-BE49-F238E27FC236}">
              <a16:creationId xmlns:a16="http://schemas.microsoft.com/office/drawing/2014/main" id="{C7719463-79EA-46E2-CAC7-89921FA23FBA}"/>
            </a:ext>
          </a:extLst>
        </p:cNvPr>
        <p:cNvGrpSpPr/>
        <p:nvPr/>
      </p:nvGrpSpPr>
      <p:grpSpPr>
        <a:xfrm>
          <a:off x="0" y="0"/>
          <a:ext cx="0" cy="0"/>
          <a:chOff x="0" y="0"/>
          <a:chExt cx="0" cy="0"/>
        </a:xfrm>
      </p:grpSpPr>
      <p:sp>
        <p:nvSpPr>
          <p:cNvPr id="474" name="Google Shape;474;ga98aaffd6e_1_197:notes">
            <a:extLst>
              <a:ext uri="{FF2B5EF4-FFF2-40B4-BE49-F238E27FC236}">
                <a16:creationId xmlns:a16="http://schemas.microsoft.com/office/drawing/2014/main" id="{9239174A-B21E-C649-31F8-D3B60B40AC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a98aaffd6e_1_197:notes">
            <a:extLst>
              <a:ext uri="{FF2B5EF4-FFF2-40B4-BE49-F238E27FC236}">
                <a16:creationId xmlns:a16="http://schemas.microsoft.com/office/drawing/2014/main" id="{8C4C549D-EA87-0D2F-101A-A6079CC7FE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15883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a:extLst>
            <a:ext uri="{FF2B5EF4-FFF2-40B4-BE49-F238E27FC236}">
              <a16:creationId xmlns:a16="http://schemas.microsoft.com/office/drawing/2014/main" id="{72A3E6B1-CAEC-CD22-914D-726CBF6FAF77}"/>
            </a:ext>
          </a:extLst>
        </p:cNvPr>
        <p:cNvGrpSpPr/>
        <p:nvPr/>
      </p:nvGrpSpPr>
      <p:grpSpPr>
        <a:xfrm>
          <a:off x="0" y="0"/>
          <a:ext cx="0" cy="0"/>
          <a:chOff x="0" y="0"/>
          <a:chExt cx="0" cy="0"/>
        </a:xfrm>
      </p:grpSpPr>
      <p:sp>
        <p:nvSpPr>
          <p:cNvPr id="474" name="Google Shape;474;ga98aaffd6e_1_197:notes">
            <a:extLst>
              <a:ext uri="{FF2B5EF4-FFF2-40B4-BE49-F238E27FC236}">
                <a16:creationId xmlns:a16="http://schemas.microsoft.com/office/drawing/2014/main" id="{3A1EB65F-8B31-3B6A-8E3B-0F925069A4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a98aaffd6e_1_197:notes">
            <a:extLst>
              <a:ext uri="{FF2B5EF4-FFF2-40B4-BE49-F238E27FC236}">
                <a16:creationId xmlns:a16="http://schemas.microsoft.com/office/drawing/2014/main" id="{42B159E4-D644-2C8B-C08D-E567CEAEDA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93452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a:extLst>
            <a:ext uri="{FF2B5EF4-FFF2-40B4-BE49-F238E27FC236}">
              <a16:creationId xmlns:a16="http://schemas.microsoft.com/office/drawing/2014/main" id="{E1B6D91D-1BF7-D220-1248-1A8B435A3356}"/>
            </a:ext>
          </a:extLst>
        </p:cNvPr>
        <p:cNvGrpSpPr/>
        <p:nvPr/>
      </p:nvGrpSpPr>
      <p:grpSpPr>
        <a:xfrm>
          <a:off x="0" y="0"/>
          <a:ext cx="0" cy="0"/>
          <a:chOff x="0" y="0"/>
          <a:chExt cx="0" cy="0"/>
        </a:xfrm>
      </p:grpSpPr>
      <p:sp>
        <p:nvSpPr>
          <p:cNvPr id="474" name="Google Shape;474;ga98aaffd6e_1_197:notes">
            <a:extLst>
              <a:ext uri="{FF2B5EF4-FFF2-40B4-BE49-F238E27FC236}">
                <a16:creationId xmlns:a16="http://schemas.microsoft.com/office/drawing/2014/main" id="{C09B4DC9-03F4-5A51-F0CE-D014C0C71A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a98aaffd6e_1_197:notes">
            <a:extLst>
              <a:ext uri="{FF2B5EF4-FFF2-40B4-BE49-F238E27FC236}">
                <a16:creationId xmlns:a16="http://schemas.microsoft.com/office/drawing/2014/main" id="{500C2F2A-F70B-EE45-A0AC-0F1D53309D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19359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a:extLst>
            <a:ext uri="{FF2B5EF4-FFF2-40B4-BE49-F238E27FC236}">
              <a16:creationId xmlns:a16="http://schemas.microsoft.com/office/drawing/2014/main" id="{7E3A87C7-B8E4-A59F-E3A1-7D12ED7FC328}"/>
            </a:ext>
          </a:extLst>
        </p:cNvPr>
        <p:cNvGrpSpPr/>
        <p:nvPr/>
      </p:nvGrpSpPr>
      <p:grpSpPr>
        <a:xfrm>
          <a:off x="0" y="0"/>
          <a:ext cx="0" cy="0"/>
          <a:chOff x="0" y="0"/>
          <a:chExt cx="0" cy="0"/>
        </a:xfrm>
      </p:grpSpPr>
      <p:sp>
        <p:nvSpPr>
          <p:cNvPr id="315" name="Google Shape;315;ga75b23d6be_0_5:notes">
            <a:extLst>
              <a:ext uri="{FF2B5EF4-FFF2-40B4-BE49-F238E27FC236}">
                <a16:creationId xmlns:a16="http://schemas.microsoft.com/office/drawing/2014/main" id="{027F16CC-3669-11D3-9A58-2B3678A2E1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a75b23d6be_0_5:notes">
            <a:extLst>
              <a:ext uri="{FF2B5EF4-FFF2-40B4-BE49-F238E27FC236}">
                <a16:creationId xmlns:a16="http://schemas.microsoft.com/office/drawing/2014/main" id="{D2A827B2-D05D-3DA9-1B84-48B5F185B1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23363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a:extLst>
            <a:ext uri="{FF2B5EF4-FFF2-40B4-BE49-F238E27FC236}">
              <a16:creationId xmlns:a16="http://schemas.microsoft.com/office/drawing/2014/main" id="{65DD049D-318D-2FF8-1925-E7394F6C1242}"/>
            </a:ext>
          </a:extLst>
        </p:cNvPr>
        <p:cNvGrpSpPr/>
        <p:nvPr/>
      </p:nvGrpSpPr>
      <p:grpSpPr>
        <a:xfrm>
          <a:off x="0" y="0"/>
          <a:ext cx="0" cy="0"/>
          <a:chOff x="0" y="0"/>
          <a:chExt cx="0" cy="0"/>
        </a:xfrm>
      </p:grpSpPr>
      <p:sp>
        <p:nvSpPr>
          <p:cNvPr id="315" name="Google Shape;315;ga75b23d6be_0_5:notes">
            <a:extLst>
              <a:ext uri="{FF2B5EF4-FFF2-40B4-BE49-F238E27FC236}">
                <a16:creationId xmlns:a16="http://schemas.microsoft.com/office/drawing/2014/main" id="{77EEE428-B1CD-AB98-6B69-BF308F0E62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a75b23d6be_0_5:notes">
            <a:extLst>
              <a:ext uri="{FF2B5EF4-FFF2-40B4-BE49-F238E27FC236}">
                <a16:creationId xmlns:a16="http://schemas.microsoft.com/office/drawing/2014/main" id="{6257DEE6-3EB1-5720-54DE-ACF070DC60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98064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a:extLst>
            <a:ext uri="{FF2B5EF4-FFF2-40B4-BE49-F238E27FC236}">
              <a16:creationId xmlns:a16="http://schemas.microsoft.com/office/drawing/2014/main" id="{DE8591AB-7752-00D1-62B2-A9CE426348E3}"/>
            </a:ext>
          </a:extLst>
        </p:cNvPr>
        <p:cNvGrpSpPr/>
        <p:nvPr/>
      </p:nvGrpSpPr>
      <p:grpSpPr>
        <a:xfrm>
          <a:off x="0" y="0"/>
          <a:ext cx="0" cy="0"/>
          <a:chOff x="0" y="0"/>
          <a:chExt cx="0" cy="0"/>
        </a:xfrm>
      </p:grpSpPr>
      <p:sp>
        <p:nvSpPr>
          <p:cNvPr id="315" name="Google Shape;315;ga75b23d6be_0_5:notes">
            <a:extLst>
              <a:ext uri="{FF2B5EF4-FFF2-40B4-BE49-F238E27FC236}">
                <a16:creationId xmlns:a16="http://schemas.microsoft.com/office/drawing/2014/main" id="{474B7174-36AB-8BD2-5BE8-4E59D34261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a75b23d6be_0_5:notes">
            <a:extLst>
              <a:ext uri="{FF2B5EF4-FFF2-40B4-BE49-F238E27FC236}">
                <a16:creationId xmlns:a16="http://schemas.microsoft.com/office/drawing/2014/main" id="{EB635EA2-E6E5-59FE-1C7C-879F61EAA3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14714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a:extLst>
            <a:ext uri="{FF2B5EF4-FFF2-40B4-BE49-F238E27FC236}">
              <a16:creationId xmlns:a16="http://schemas.microsoft.com/office/drawing/2014/main" id="{A6D6D677-5CC8-6E98-6A6C-1F50300DC6A4}"/>
            </a:ext>
          </a:extLst>
        </p:cNvPr>
        <p:cNvGrpSpPr/>
        <p:nvPr/>
      </p:nvGrpSpPr>
      <p:grpSpPr>
        <a:xfrm>
          <a:off x="0" y="0"/>
          <a:ext cx="0" cy="0"/>
          <a:chOff x="0" y="0"/>
          <a:chExt cx="0" cy="0"/>
        </a:xfrm>
      </p:grpSpPr>
      <p:sp>
        <p:nvSpPr>
          <p:cNvPr id="474" name="Google Shape;474;ga98aaffd6e_1_197:notes">
            <a:extLst>
              <a:ext uri="{FF2B5EF4-FFF2-40B4-BE49-F238E27FC236}">
                <a16:creationId xmlns:a16="http://schemas.microsoft.com/office/drawing/2014/main" id="{2275CFA0-C79B-5937-33AD-C01A783D14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a98aaffd6e_1_197:notes">
            <a:extLst>
              <a:ext uri="{FF2B5EF4-FFF2-40B4-BE49-F238E27FC236}">
                <a16:creationId xmlns:a16="http://schemas.microsoft.com/office/drawing/2014/main" id="{CEFAC91A-8FD7-C081-DB9E-2768B3ABD5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65286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a:extLst>
            <a:ext uri="{FF2B5EF4-FFF2-40B4-BE49-F238E27FC236}">
              <a16:creationId xmlns:a16="http://schemas.microsoft.com/office/drawing/2014/main" id="{C6DDEB33-5F57-096B-4692-EDFBDFE1A03E}"/>
            </a:ext>
          </a:extLst>
        </p:cNvPr>
        <p:cNvGrpSpPr/>
        <p:nvPr/>
      </p:nvGrpSpPr>
      <p:grpSpPr>
        <a:xfrm>
          <a:off x="0" y="0"/>
          <a:ext cx="0" cy="0"/>
          <a:chOff x="0" y="0"/>
          <a:chExt cx="0" cy="0"/>
        </a:xfrm>
      </p:grpSpPr>
      <p:sp>
        <p:nvSpPr>
          <p:cNvPr id="758" name="Google Shape;758;ga98aaffd6e_4_86:notes">
            <a:extLst>
              <a:ext uri="{FF2B5EF4-FFF2-40B4-BE49-F238E27FC236}">
                <a16:creationId xmlns:a16="http://schemas.microsoft.com/office/drawing/2014/main" id="{DEE9FF84-69D2-CFAF-752A-C9996A9299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9" name="Google Shape;759;ga98aaffd6e_4_86:notes">
            <a:extLst>
              <a:ext uri="{FF2B5EF4-FFF2-40B4-BE49-F238E27FC236}">
                <a16:creationId xmlns:a16="http://schemas.microsoft.com/office/drawing/2014/main" id="{4CFC3529-14FD-FD2A-75B6-92DEC74546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5368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a:extLst>
            <a:ext uri="{FF2B5EF4-FFF2-40B4-BE49-F238E27FC236}">
              <a16:creationId xmlns:a16="http://schemas.microsoft.com/office/drawing/2014/main" id="{801C7A30-0FE9-1F01-DCCA-4CF3A9A3A2AE}"/>
            </a:ext>
          </a:extLst>
        </p:cNvPr>
        <p:cNvGrpSpPr/>
        <p:nvPr/>
      </p:nvGrpSpPr>
      <p:grpSpPr>
        <a:xfrm>
          <a:off x="0" y="0"/>
          <a:ext cx="0" cy="0"/>
          <a:chOff x="0" y="0"/>
          <a:chExt cx="0" cy="0"/>
        </a:xfrm>
      </p:grpSpPr>
      <p:sp>
        <p:nvSpPr>
          <p:cNvPr id="315" name="Google Shape;315;ga75b23d6be_0_5:notes">
            <a:extLst>
              <a:ext uri="{FF2B5EF4-FFF2-40B4-BE49-F238E27FC236}">
                <a16:creationId xmlns:a16="http://schemas.microsoft.com/office/drawing/2014/main" id="{A5C7F3C1-E7E2-0D7A-C528-46352922F2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a75b23d6be_0_5:notes">
            <a:extLst>
              <a:ext uri="{FF2B5EF4-FFF2-40B4-BE49-F238E27FC236}">
                <a16:creationId xmlns:a16="http://schemas.microsoft.com/office/drawing/2014/main" id="{46A43437-F930-5611-7712-D79B786169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09148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a98aaffd6e_1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a98aaffd6e_1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a98aaffd6e_1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a98aaffd6e_1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a:extLst>
            <a:ext uri="{FF2B5EF4-FFF2-40B4-BE49-F238E27FC236}">
              <a16:creationId xmlns:a16="http://schemas.microsoft.com/office/drawing/2014/main" id="{540841A0-407A-642A-79BB-561C4715079B}"/>
            </a:ext>
          </a:extLst>
        </p:cNvPr>
        <p:cNvGrpSpPr/>
        <p:nvPr/>
      </p:nvGrpSpPr>
      <p:grpSpPr>
        <a:xfrm>
          <a:off x="0" y="0"/>
          <a:ext cx="0" cy="0"/>
          <a:chOff x="0" y="0"/>
          <a:chExt cx="0" cy="0"/>
        </a:xfrm>
      </p:grpSpPr>
      <p:sp>
        <p:nvSpPr>
          <p:cNvPr id="315" name="Google Shape;315;ga75b23d6be_0_5:notes">
            <a:extLst>
              <a:ext uri="{FF2B5EF4-FFF2-40B4-BE49-F238E27FC236}">
                <a16:creationId xmlns:a16="http://schemas.microsoft.com/office/drawing/2014/main" id="{61290FE7-EF8D-40CA-B529-7A87023574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a75b23d6be_0_5:notes">
            <a:extLst>
              <a:ext uri="{FF2B5EF4-FFF2-40B4-BE49-F238E27FC236}">
                <a16:creationId xmlns:a16="http://schemas.microsoft.com/office/drawing/2014/main" id="{B884D2CB-0E34-6E24-F913-1918A3149E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16914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a75b23d6be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3" name="Google Shape;833;ga75b23d6b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www.freepik.com/" TargetMode="Externa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37775" y="540000"/>
            <a:ext cx="5355900" cy="2472600"/>
          </a:xfrm>
          <a:prstGeom prst="rect">
            <a:avLst/>
          </a:prstGeom>
        </p:spPr>
        <p:txBody>
          <a:bodyPr spcFirstLastPara="1" wrap="square" lIns="91425" tIns="91425" rIns="91425" bIns="91425" anchor="b" anchorCtr="0">
            <a:noAutofit/>
          </a:bodyPr>
          <a:lstStyle>
            <a:lvl1pPr lvl="0" algn="l">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37775" y="3049475"/>
            <a:ext cx="4044600" cy="358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4994150" y="3112475"/>
            <a:ext cx="1039200" cy="10374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8106510" y="0"/>
            <a:ext cx="1037400" cy="1037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069025" y="1037500"/>
            <a:ext cx="1037400" cy="1039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6031530" y="3112480"/>
            <a:ext cx="1037400" cy="1037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106525" y="4149950"/>
            <a:ext cx="1037400" cy="993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6031560" y="2075010"/>
            <a:ext cx="1037400" cy="1037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6031525" y="4148100"/>
            <a:ext cx="1037400" cy="9954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106525" y="1037500"/>
            <a:ext cx="1037400" cy="1041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2301475" y="2347150"/>
            <a:ext cx="4541100" cy="602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Clr>
                <a:schemeClr val="dk2"/>
              </a:buClr>
              <a:buSzPts val="3600"/>
              <a:buNone/>
              <a:defRPr sz="3600">
                <a:solidFill>
                  <a:schemeClr val="dk2"/>
                </a:solidFill>
              </a:defRPr>
            </a:lvl2pPr>
            <a:lvl3pPr lvl="2" algn="ctr" rtl="0">
              <a:spcBef>
                <a:spcPts val="0"/>
              </a:spcBef>
              <a:spcAft>
                <a:spcPts val="0"/>
              </a:spcAft>
              <a:buClr>
                <a:schemeClr val="dk2"/>
              </a:buClr>
              <a:buSzPts val="3600"/>
              <a:buNone/>
              <a:defRPr sz="3600">
                <a:solidFill>
                  <a:schemeClr val="dk2"/>
                </a:solidFill>
              </a:defRPr>
            </a:lvl3pPr>
            <a:lvl4pPr lvl="3" algn="ctr" rtl="0">
              <a:spcBef>
                <a:spcPts val="0"/>
              </a:spcBef>
              <a:spcAft>
                <a:spcPts val="0"/>
              </a:spcAft>
              <a:buClr>
                <a:schemeClr val="dk2"/>
              </a:buClr>
              <a:buSzPts val="3600"/>
              <a:buNone/>
              <a:defRPr sz="3600">
                <a:solidFill>
                  <a:schemeClr val="dk2"/>
                </a:solidFill>
              </a:defRPr>
            </a:lvl4pPr>
            <a:lvl5pPr lvl="4" algn="ctr" rtl="0">
              <a:spcBef>
                <a:spcPts val="0"/>
              </a:spcBef>
              <a:spcAft>
                <a:spcPts val="0"/>
              </a:spcAft>
              <a:buClr>
                <a:schemeClr val="dk2"/>
              </a:buClr>
              <a:buSzPts val="3600"/>
              <a:buNone/>
              <a:defRPr sz="3600">
                <a:solidFill>
                  <a:schemeClr val="dk2"/>
                </a:solidFill>
              </a:defRPr>
            </a:lvl5pPr>
            <a:lvl6pPr lvl="5" algn="ctr" rtl="0">
              <a:spcBef>
                <a:spcPts val="0"/>
              </a:spcBef>
              <a:spcAft>
                <a:spcPts val="0"/>
              </a:spcAft>
              <a:buClr>
                <a:schemeClr val="dk2"/>
              </a:buClr>
              <a:buSzPts val="3600"/>
              <a:buNone/>
              <a:defRPr sz="3600">
                <a:solidFill>
                  <a:schemeClr val="dk2"/>
                </a:solidFill>
              </a:defRPr>
            </a:lvl6pPr>
            <a:lvl7pPr lvl="6" algn="ctr" rtl="0">
              <a:spcBef>
                <a:spcPts val="0"/>
              </a:spcBef>
              <a:spcAft>
                <a:spcPts val="0"/>
              </a:spcAft>
              <a:buClr>
                <a:schemeClr val="dk2"/>
              </a:buClr>
              <a:buSzPts val="3600"/>
              <a:buNone/>
              <a:defRPr sz="3600">
                <a:solidFill>
                  <a:schemeClr val="dk2"/>
                </a:solidFill>
              </a:defRPr>
            </a:lvl7pPr>
            <a:lvl8pPr lvl="7" algn="ctr" rtl="0">
              <a:spcBef>
                <a:spcPts val="0"/>
              </a:spcBef>
              <a:spcAft>
                <a:spcPts val="0"/>
              </a:spcAft>
              <a:buClr>
                <a:schemeClr val="dk2"/>
              </a:buClr>
              <a:buSzPts val="3600"/>
              <a:buNone/>
              <a:defRPr sz="3600">
                <a:solidFill>
                  <a:schemeClr val="dk2"/>
                </a:solidFill>
              </a:defRPr>
            </a:lvl8pPr>
            <a:lvl9pPr lvl="8" algn="ctr" rtl="0">
              <a:spcBef>
                <a:spcPts val="0"/>
              </a:spcBef>
              <a:spcAft>
                <a:spcPts val="0"/>
              </a:spcAft>
              <a:buClr>
                <a:schemeClr val="dk2"/>
              </a:buClr>
              <a:buSzPts val="3600"/>
              <a:buNone/>
              <a:defRPr sz="3600">
                <a:solidFill>
                  <a:schemeClr val="dk2"/>
                </a:solidFill>
              </a:defRPr>
            </a:lvl9pPr>
          </a:lstStyle>
          <a:p>
            <a:endParaRPr/>
          </a:p>
        </p:txBody>
      </p:sp>
      <p:sp>
        <p:nvSpPr>
          <p:cNvPr id="21" name="Google Shape;21;p3"/>
          <p:cNvSpPr txBox="1">
            <a:spLocks noGrp="1"/>
          </p:cNvSpPr>
          <p:nvPr>
            <p:ph type="subTitle" idx="1"/>
          </p:nvPr>
        </p:nvSpPr>
        <p:spPr>
          <a:xfrm>
            <a:off x="3005025" y="2856300"/>
            <a:ext cx="3134100" cy="51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a:lvl1pPr>
            <a:lvl2pPr lvl="1" algn="ctr" rtl="0">
              <a:lnSpc>
                <a:spcPct val="100000"/>
              </a:lnSpc>
              <a:spcBef>
                <a:spcPts val="0"/>
              </a:spcBef>
              <a:spcAft>
                <a:spcPts val="0"/>
              </a:spcAft>
              <a:buNone/>
              <a:defRPr>
                <a:solidFill>
                  <a:schemeClr val="lt1"/>
                </a:solidFill>
              </a:defRPr>
            </a:lvl2pPr>
            <a:lvl3pPr lvl="2" algn="ctr" rtl="0">
              <a:lnSpc>
                <a:spcPct val="100000"/>
              </a:lnSpc>
              <a:spcBef>
                <a:spcPts val="0"/>
              </a:spcBef>
              <a:spcAft>
                <a:spcPts val="0"/>
              </a:spcAft>
              <a:buNone/>
              <a:defRPr>
                <a:solidFill>
                  <a:schemeClr val="lt1"/>
                </a:solidFill>
              </a:defRPr>
            </a:lvl3pPr>
            <a:lvl4pPr lvl="3" algn="ctr" rtl="0">
              <a:lnSpc>
                <a:spcPct val="100000"/>
              </a:lnSpc>
              <a:spcBef>
                <a:spcPts val="0"/>
              </a:spcBef>
              <a:spcAft>
                <a:spcPts val="0"/>
              </a:spcAft>
              <a:buNone/>
              <a:defRPr>
                <a:solidFill>
                  <a:schemeClr val="lt1"/>
                </a:solidFill>
              </a:defRPr>
            </a:lvl4pPr>
            <a:lvl5pPr lvl="4" algn="ctr" rtl="0">
              <a:lnSpc>
                <a:spcPct val="100000"/>
              </a:lnSpc>
              <a:spcBef>
                <a:spcPts val="0"/>
              </a:spcBef>
              <a:spcAft>
                <a:spcPts val="0"/>
              </a:spcAft>
              <a:buNone/>
              <a:defRPr>
                <a:solidFill>
                  <a:schemeClr val="lt1"/>
                </a:solidFill>
              </a:defRPr>
            </a:lvl5pPr>
            <a:lvl6pPr lvl="5" algn="ctr" rtl="0">
              <a:lnSpc>
                <a:spcPct val="100000"/>
              </a:lnSpc>
              <a:spcBef>
                <a:spcPts val="0"/>
              </a:spcBef>
              <a:spcAft>
                <a:spcPts val="0"/>
              </a:spcAft>
              <a:buNone/>
              <a:defRPr>
                <a:solidFill>
                  <a:schemeClr val="lt1"/>
                </a:solidFill>
              </a:defRPr>
            </a:lvl6pPr>
            <a:lvl7pPr lvl="6" algn="ctr" rtl="0">
              <a:lnSpc>
                <a:spcPct val="100000"/>
              </a:lnSpc>
              <a:spcBef>
                <a:spcPts val="0"/>
              </a:spcBef>
              <a:spcAft>
                <a:spcPts val="0"/>
              </a:spcAft>
              <a:buNone/>
              <a:defRPr>
                <a:solidFill>
                  <a:schemeClr val="lt1"/>
                </a:solidFill>
              </a:defRPr>
            </a:lvl7pPr>
            <a:lvl8pPr lvl="7" algn="ctr" rtl="0">
              <a:lnSpc>
                <a:spcPct val="100000"/>
              </a:lnSpc>
              <a:spcBef>
                <a:spcPts val="0"/>
              </a:spcBef>
              <a:spcAft>
                <a:spcPts val="0"/>
              </a:spcAft>
              <a:buNone/>
              <a:defRPr>
                <a:solidFill>
                  <a:schemeClr val="lt1"/>
                </a:solidFill>
              </a:defRPr>
            </a:lvl8pPr>
            <a:lvl9pPr lvl="8" algn="ctr" rtl="0">
              <a:lnSpc>
                <a:spcPct val="100000"/>
              </a:lnSpc>
              <a:spcBef>
                <a:spcPts val="0"/>
              </a:spcBef>
              <a:spcAft>
                <a:spcPts val="0"/>
              </a:spcAft>
              <a:buNone/>
              <a:defRPr>
                <a:solidFill>
                  <a:schemeClr val="lt1"/>
                </a:solidFill>
              </a:defRPr>
            </a:lvl9pPr>
          </a:lstStyle>
          <a:p>
            <a:endParaRPr/>
          </a:p>
        </p:txBody>
      </p:sp>
      <p:sp>
        <p:nvSpPr>
          <p:cNvPr id="22" name="Google Shape;22;p3"/>
          <p:cNvSpPr txBox="1">
            <a:spLocks noGrp="1"/>
          </p:cNvSpPr>
          <p:nvPr>
            <p:ph type="title" idx="2" hasCustomPrompt="1"/>
          </p:nvPr>
        </p:nvSpPr>
        <p:spPr>
          <a:xfrm>
            <a:off x="3858150" y="1774738"/>
            <a:ext cx="1427700" cy="572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4000"/>
              <a:buNone/>
              <a:defRPr sz="5000" b="1">
                <a:solidFill>
                  <a:schemeClr val="accent1"/>
                </a:solidFill>
              </a:defRPr>
            </a:lvl1pPr>
            <a:lvl2pPr lvl="1" algn="ctr" rtl="0">
              <a:spcBef>
                <a:spcPts val="0"/>
              </a:spcBef>
              <a:spcAft>
                <a:spcPts val="0"/>
              </a:spcAft>
              <a:buClr>
                <a:schemeClr val="accent1"/>
              </a:buClr>
              <a:buSzPts val="4000"/>
              <a:buFont typeface="Bebas Neue"/>
              <a:buNone/>
              <a:defRPr sz="4000">
                <a:solidFill>
                  <a:schemeClr val="accent1"/>
                </a:solidFill>
                <a:latin typeface="Bebas Neue"/>
                <a:ea typeface="Bebas Neue"/>
                <a:cs typeface="Bebas Neue"/>
                <a:sym typeface="Bebas Neue"/>
              </a:defRPr>
            </a:lvl2pPr>
            <a:lvl3pPr lvl="2" algn="ctr" rtl="0">
              <a:spcBef>
                <a:spcPts val="0"/>
              </a:spcBef>
              <a:spcAft>
                <a:spcPts val="0"/>
              </a:spcAft>
              <a:buClr>
                <a:schemeClr val="accent1"/>
              </a:buClr>
              <a:buSzPts val="4000"/>
              <a:buFont typeface="Bebas Neue"/>
              <a:buNone/>
              <a:defRPr sz="4000">
                <a:solidFill>
                  <a:schemeClr val="accent1"/>
                </a:solidFill>
                <a:latin typeface="Bebas Neue"/>
                <a:ea typeface="Bebas Neue"/>
                <a:cs typeface="Bebas Neue"/>
                <a:sym typeface="Bebas Neue"/>
              </a:defRPr>
            </a:lvl3pPr>
            <a:lvl4pPr lvl="3" algn="ctr" rtl="0">
              <a:spcBef>
                <a:spcPts val="0"/>
              </a:spcBef>
              <a:spcAft>
                <a:spcPts val="0"/>
              </a:spcAft>
              <a:buClr>
                <a:schemeClr val="accent1"/>
              </a:buClr>
              <a:buSzPts val="4000"/>
              <a:buFont typeface="Bebas Neue"/>
              <a:buNone/>
              <a:defRPr sz="4000">
                <a:solidFill>
                  <a:schemeClr val="accent1"/>
                </a:solidFill>
                <a:latin typeface="Bebas Neue"/>
                <a:ea typeface="Bebas Neue"/>
                <a:cs typeface="Bebas Neue"/>
                <a:sym typeface="Bebas Neue"/>
              </a:defRPr>
            </a:lvl4pPr>
            <a:lvl5pPr lvl="4" algn="ctr" rtl="0">
              <a:spcBef>
                <a:spcPts val="0"/>
              </a:spcBef>
              <a:spcAft>
                <a:spcPts val="0"/>
              </a:spcAft>
              <a:buClr>
                <a:schemeClr val="accent1"/>
              </a:buClr>
              <a:buSzPts val="4000"/>
              <a:buFont typeface="Bebas Neue"/>
              <a:buNone/>
              <a:defRPr sz="4000">
                <a:solidFill>
                  <a:schemeClr val="accent1"/>
                </a:solidFill>
                <a:latin typeface="Bebas Neue"/>
                <a:ea typeface="Bebas Neue"/>
                <a:cs typeface="Bebas Neue"/>
                <a:sym typeface="Bebas Neue"/>
              </a:defRPr>
            </a:lvl5pPr>
            <a:lvl6pPr lvl="5" algn="ctr" rtl="0">
              <a:spcBef>
                <a:spcPts val="0"/>
              </a:spcBef>
              <a:spcAft>
                <a:spcPts val="0"/>
              </a:spcAft>
              <a:buClr>
                <a:schemeClr val="accent1"/>
              </a:buClr>
              <a:buSzPts val="4000"/>
              <a:buFont typeface="Bebas Neue"/>
              <a:buNone/>
              <a:defRPr sz="4000">
                <a:solidFill>
                  <a:schemeClr val="accent1"/>
                </a:solidFill>
                <a:latin typeface="Bebas Neue"/>
                <a:ea typeface="Bebas Neue"/>
                <a:cs typeface="Bebas Neue"/>
                <a:sym typeface="Bebas Neue"/>
              </a:defRPr>
            </a:lvl6pPr>
            <a:lvl7pPr lvl="6" algn="ctr" rtl="0">
              <a:spcBef>
                <a:spcPts val="0"/>
              </a:spcBef>
              <a:spcAft>
                <a:spcPts val="0"/>
              </a:spcAft>
              <a:buClr>
                <a:schemeClr val="accent1"/>
              </a:buClr>
              <a:buSzPts val="4000"/>
              <a:buFont typeface="Bebas Neue"/>
              <a:buNone/>
              <a:defRPr sz="4000">
                <a:solidFill>
                  <a:schemeClr val="accent1"/>
                </a:solidFill>
                <a:latin typeface="Bebas Neue"/>
                <a:ea typeface="Bebas Neue"/>
                <a:cs typeface="Bebas Neue"/>
                <a:sym typeface="Bebas Neue"/>
              </a:defRPr>
            </a:lvl7pPr>
            <a:lvl8pPr lvl="7" algn="ctr" rtl="0">
              <a:spcBef>
                <a:spcPts val="0"/>
              </a:spcBef>
              <a:spcAft>
                <a:spcPts val="0"/>
              </a:spcAft>
              <a:buClr>
                <a:schemeClr val="accent1"/>
              </a:buClr>
              <a:buSzPts val="4000"/>
              <a:buFont typeface="Bebas Neue"/>
              <a:buNone/>
              <a:defRPr sz="4000">
                <a:solidFill>
                  <a:schemeClr val="accent1"/>
                </a:solidFill>
                <a:latin typeface="Bebas Neue"/>
                <a:ea typeface="Bebas Neue"/>
                <a:cs typeface="Bebas Neue"/>
                <a:sym typeface="Bebas Neue"/>
              </a:defRPr>
            </a:lvl8pPr>
            <a:lvl9pPr lvl="8" algn="ctr" rtl="0">
              <a:spcBef>
                <a:spcPts val="0"/>
              </a:spcBef>
              <a:spcAft>
                <a:spcPts val="0"/>
              </a:spcAft>
              <a:buClr>
                <a:schemeClr val="accent1"/>
              </a:buClr>
              <a:buSzPts val="4000"/>
              <a:buFont typeface="Bebas Neue"/>
              <a:buNone/>
              <a:defRPr sz="4000">
                <a:solidFill>
                  <a:schemeClr val="accent1"/>
                </a:solidFill>
                <a:latin typeface="Bebas Neue"/>
                <a:ea typeface="Bebas Neue"/>
                <a:cs typeface="Bebas Neue"/>
                <a:sym typeface="Bebas Neue"/>
              </a:defRPr>
            </a:lvl9pPr>
          </a:lstStyle>
          <a:p>
            <a:r>
              <a:t>xx%</a:t>
            </a:r>
          </a:p>
        </p:txBody>
      </p:sp>
      <p:sp>
        <p:nvSpPr>
          <p:cNvPr id="23" name="Google Shape;23;p3"/>
          <p:cNvSpPr/>
          <p:nvPr/>
        </p:nvSpPr>
        <p:spPr>
          <a:xfrm>
            <a:off x="8106760" y="3068700"/>
            <a:ext cx="1037400" cy="1037400"/>
          </a:xfrm>
          <a:prstGeom prst="rect">
            <a:avLst/>
          </a:pr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7069202" y="4106100"/>
            <a:ext cx="1037400" cy="10374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5" y="1037400"/>
            <a:ext cx="1037400" cy="1037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rot="10800000">
            <a:off x="2" y="0"/>
            <a:ext cx="1037400" cy="1037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10800000">
            <a:off x="1037402" y="0"/>
            <a:ext cx="1037400" cy="1037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rot="10800000">
            <a:off x="-5" y="2074800"/>
            <a:ext cx="1037400" cy="1037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8106660" y="2031300"/>
            <a:ext cx="1037400" cy="1037400"/>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8106602" y="4106100"/>
            <a:ext cx="1037400" cy="10374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6"/>
          <p:cNvSpPr txBox="1">
            <a:spLocks noGrp="1"/>
          </p:cNvSpPr>
          <p:nvPr>
            <p:ph type="title"/>
          </p:nvPr>
        </p:nvSpPr>
        <p:spPr>
          <a:xfrm>
            <a:off x="2706275" y="445025"/>
            <a:ext cx="37314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2" name="Google Shape;52;p6"/>
          <p:cNvSpPr/>
          <p:nvPr/>
        </p:nvSpPr>
        <p:spPr>
          <a:xfrm>
            <a:off x="0" y="-6500"/>
            <a:ext cx="911100" cy="911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6"/>
          <p:cNvSpPr/>
          <p:nvPr/>
        </p:nvSpPr>
        <p:spPr>
          <a:xfrm>
            <a:off x="875870" y="-6500"/>
            <a:ext cx="911100" cy="911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6"/>
          <p:cNvSpPr/>
          <p:nvPr/>
        </p:nvSpPr>
        <p:spPr>
          <a:xfrm flipH="1">
            <a:off x="8232845" y="-6500"/>
            <a:ext cx="911100" cy="9111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6"/>
          <p:cNvSpPr/>
          <p:nvPr/>
        </p:nvSpPr>
        <p:spPr>
          <a:xfrm flipH="1">
            <a:off x="7321750" y="0"/>
            <a:ext cx="911100" cy="904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7"/>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ext 1">
  <p:cSld name="CUSTOM_2">
    <p:spTree>
      <p:nvGrpSpPr>
        <p:cNvPr id="1" name="Shape 126"/>
        <p:cNvGrpSpPr/>
        <p:nvPr/>
      </p:nvGrpSpPr>
      <p:grpSpPr>
        <a:xfrm>
          <a:off x="0" y="0"/>
          <a:ext cx="0" cy="0"/>
          <a:chOff x="0" y="0"/>
          <a:chExt cx="0" cy="0"/>
        </a:xfrm>
      </p:grpSpPr>
      <p:sp>
        <p:nvSpPr>
          <p:cNvPr id="127" name="Google Shape;127;p14"/>
          <p:cNvSpPr txBox="1">
            <a:spLocks noGrp="1"/>
          </p:cNvSpPr>
          <p:nvPr>
            <p:ph type="title"/>
          </p:nvPr>
        </p:nvSpPr>
        <p:spPr>
          <a:xfrm>
            <a:off x="2708250" y="445025"/>
            <a:ext cx="372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atin typeface="Raleway Medium"/>
                <a:ea typeface="Raleway Medium"/>
                <a:cs typeface="Raleway Medium"/>
                <a:sym typeface="Raleway Medium"/>
              </a:defRPr>
            </a:lvl2pPr>
            <a:lvl3pPr lvl="2" rtl="0">
              <a:spcBef>
                <a:spcPts val="0"/>
              </a:spcBef>
              <a:spcAft>
                <a:spcPts val="0"/>
              </a:spcAft>
              <a:buSzPts val="2800"/>
              <a:buNone/>
              <a:defRPr>
                <a:latin typeface="Raleway Medium"/>
                <a:ea typeface="Raleway Medium"/>
                <a:cs typeface="Raleway Medium"/>
                <a:sym typeface="Raleway Medium"/>
              </a:defRPr>
            </a:lvl3pPr>
            <a:lvl4pPr lvl="3" rtl="0">
              <a:spcBef>
                <a:spcPts val="0"/>
              </a:spcBef>
              <a:spcAft>
                <a:spcPts val="0"/>
              </a:spcAft>
              <a:buSzPts val="2800"/>
              <a:buNone/>
              <a:defRPr>
                <a:latin typeface="Raleway Medium"/>
                <a:ea typeface="Raleway Medium"/>
                <a:cs typeface="Raleway Medium"/>
                <a:sym typeface="Raleway Medium"/>
              </a:defRPr>
            </a:lvl4pPr>
            <a:lvl5pPr lvl="4" rtl="0">
              <a:spcBef>
                <a:spcPts val="0"/>
              </a:spcBef>
              <a:spcAft>
                <a:spcPts val="0"/>
              </a:spcAft>
              <a:buSzPts val="2800"/>
              <a:buNone/>
              <a:defRPr>
                <a:latin typeface="Raleway Medium"/>
                <a:ea typeface="Raleway Medium"/>
                <a:cs typeface="Raleway Medium"/>
                <a:sym typeface="Raleway Medium"/>
              </a:defRPr>
            </a:lvl5pPr>
            <a:lvl6pPr lvl="5" rtl="0">
              <a:spcBef>
                <a:spcPts val="0"/>
              </a:spcBef>
              <a:spcAft>
                <a:spcPts val="0"/>
              </a:spcAft>
              <a:buSzPts val="2800"/>
              <a:buNone/>
              <a:defRPr>
                <a:latin typeface="Raleway Medium"/>
                <a:ea typeface="Raleway Medium"/>
                <a:cs typeface="Raleway Medium"/>
                <a:sym typeface="Raleway Medium"/>
              </a:defRPr>
            </a:lvl6pPr>
            <a:lvl7pPr lvl="6" rtl="0">
              <a:spcBef>
                <a:spcPts val="0"/>
              </a:spcBef>
              <a:spcAft>
                <a:spcPts val="0"/>
              </a:spcAft>
              <a:buSzPts val="2800"/>
              <a:buNone/>
              <a:defRPr>
                <a:latin typeface="Raleway Medium"/>
                <a:ea typeface="Raleway Medium"/>
                <a:cs typeface="Raleway Medium"/>
                <a:sym typeface="Raleway Medium"/>
              </a:defRPr>
            </a:lvl7pPr>
            <a:lvl8pPr lvl="7" rtl="0">
              <a:spcBef>
                <a:spcPts val="0"/>
              </a:spcBef>
              <a:spcAft>
                <a:spcPts val="0"/>
              </a:spcAft>
              <a:buSzPts val="2800"/>
              <a:buNone/>
              <a:defRPr>
                <a:latin typeface="Raleway Medium"/>
                <a:ea typeface="Raleway Medium"/>
                <a:cs typeface="Raleway Medium"/>
                <a:sym typeface="Raleway Medium"/>
              </a:defRPr>
            </a:lvl8pPr>
            <a:lvl9pPr lvl="8" rtl="0">
              <a:spcBef>
                <a:spcPts val="0"/>
              </a:spcBef>
              <a:spcAft>
                <a:spcPts val="0"/>
              </a:spcAft>
              <a:buSzPts val="2800"/>
              <a:buNone/>
              <a:defRPr>
                <a:latin typeface="Raleway Medium"/>
                <a:ea typeface="Raleway Medium"/>
                <a:cs typeface="Raleway Medium"/>
                <a:sym typeface="Raleway Medium"/>
              </a:defRPr>
            </a:lvl9pPr>
          </a:lstStyle>
          <a:p>
            <a:endParaRPr/>
          </a:p>
        </p:txBody>
      </p:sp>
      <p:sp>
        <p:nvSpPr>
          <p:cNvPr id="128" name="Google Shape;128;p14"/>
          <p:cNvSpPr txBox="1">
            <a:spLocks noGrp="1"/>
          </p:cNvSpPr>
          <p:nvPr>
            <p:ph type="subTitle" idx="1"/>
          </p:nvPr>
        </p:nvSpPr>
        <p:spPr>
          <a:xfrm>
            <a:off x="2635500" y="1471975"/>
            <a:ext cx="3873000" cy="2878200"/>
          </a:xfrm>
          <a:prstGeom prst="rect">
            <a:avLst/>
          </a:prstGeom>
        </p:spPr>
        <p:txBody>
          <a:bodyPr spcFirstLastPara="1" wrap="square" lIns="91425" tIns="91425" rIns="91425" bIns="91425" anchor="t" anchorCtr="0">
            <a:noAutofit/>
          </a:bodyPr>
          <a:lstStyle>
            <a:lvl1pPr marR="38100" lvl="0" rtl="0">
              <a:lnSpc>
                <a:spcPct val="128571"/>
              </a:lnSpc>
              <a:spcBef>
                <a:spcPts val="0"/>
              </a:spcBef>
              <a:spcAft>
                <a:spcPts val="0"/>
              </a:spcAft>
              <a:buClr>
                <a:schemeClr val="accent3"/>
              </a:buClr>
              <a:buSzPts val="1400"/>
              <a:buChar char="●"/>
              <a:defRPr sz="1400"/>
            </a:lvl1pPr>
            <a:lvl2pPr lvl="1" rtl="0">
              <a:spcBef>
                <a:spcPts val="1000"/>
              </a:spcBef>
              <a:spcAft>
                <a:spcPts val="0"/>
              </a:spcAft>
              <a:buSzPts val="1400"/>
              <a:buChar char="○"/>
              <a:defRPr/>
            </a:lvl2pPr>
            <a:lvl3pPr lvl="2" rtl="0">
              <a:spcBef>
                <a:spcPts val="1600"/>
              </a:spcBef>
              <a:spcAft>
                <a:spcPts val="0"/>
              </a:spcAft>
              <a:buSzPts val="1400"/>
              <a:buChar char="■"/>
              <a:defRPr/>
            </a:lvl3pPr>
            <a:lvl4pPr lvl="3" rtl="0">
              <a:spcBef>
                <a:spcPts val="1600"/>
              </a:spcBef>
              <a:spcAft>
                <a:spcPts val="0"/>
              </a:spcAft>
              <a:buSzPts val="1400"/>
              <a:buChar char="●"/>
              <a:defRPr/>
            </a:lvl4pPr>
            <a:lvl5pPr lvl="4" rtl="0">
              <a:spcBef>
                <a:spcPts val="1600"/>
              </a:spcBef>
              <a:spcAft>
                <a:spcPts val="0"/>
              </a:spcAft>
              <a:buSzPts val="1400"/>
              <a:buChar char="○"/>
              <a:defRPr/>
            </a:lvl5pPr>
            <a:lvl6pPr lvl="5" rtl="0">
              <a:spcBef>
                <a:spcPts val="1600"/>
              </a:spcBef>
              <a:spcAft>
                <a:spcPts val="0"/>
              </a:spcAft>
              <a:buSzPts val="1400"/>
              <a:buChar char="■"/>
              <a:defRPr/>
            </a:lvl6pPr>
            <a:lvl7pPr lvl="6" rtl="0">
              <a:spcBef>
                <a:spcPts val="1600"/>
              </a:spcBef>
              <a:spcAft>
                <a:spcPts val="0"/>
              </a:spcAft>
              <a:buSzPts val="1400"/>
              <a:buChar char="●"/>
              <a:defRPr/>
            </a:lvl7pPr>
            <a:lvl8pPr lvl="7" rtl="0">
              <a:spcBef>
                <a:spcPts val="1600"/>
              </a:spcBef>
              <a:spcAft>
                <a:spcPts val="0"/>
              </a:spcAft>
              <a:buSzPts val="1400"/>
              <a:buChar char="○"/>
              <a:defRPr/>
            </a:lvl8pPr>
            <a:lvl9pPr lvl="8" rtl="0">
              <a:spcBef>
                <a:spcPts val="1600"/>
              </a:spcBef>
              <a:spcAft>
                <a:spcPts val="1600"/>
              </a:spcAft>
              <a:buSzPts val="1400"/>
              <a:buChar char="■"/>
              <a:defRPr/>
            </a:lvl9pPr>
          </a:lstStyle>
          <a:p>
            <a:endParaRPr/>
          </a:p>
        </p:txBody>
      </p:sp>
      <p:sp>
        <p:nvSpPr>
          <p:cNvPr id="129" name="Google Shape;129;p14"/>
          <p:cNvSpPr/>
          <p:nvPr/>
        </p:nvSpPr>
        <p:spPr>
          <a:xfrm rot="10800000">
            <a:off x="2" y="398200"/>
            <a:ext cx="1037400" cy="10374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4"/>
          <p:cNvSpPr/>
          <p:nvPr/>
        </p:nvSpPr>
        <p:spPr>
          <a:xfrm rot="10800000">
            <a:off x="-304798" y="3068700"/>
            <a:ext cx="1037400" cy="1037400"/>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4"/>
          <p:cNvSpPr/>
          <p:nvPr/>
        </p:nvSpPr>
        <p:spPr>
          <a:xfrm rot="10800000">
            <a:off x="-304798" y="4106100"/>
            <a:ext cx="1037400" cy="10374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4"/>
          <p:cNvSpPr/>
          <p:nvPr/>
        </p:nvSpPr>
        <p:spPr>
          <a:xfrm>
            <a:off x="8411402" y="3707900"/>
            <a:ext cx="1037400" cy="10374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4"/>
          <p:cNvSpPr/>
          <p:nvPr/>
        </p:nvSpPr>
        <p:spPr>
          <a:xfrm>
            <a:off x="8411402" y="1037400"/>
            <a:ext cx="1037400" cy="1037400"/>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4"/>
          <p:cNvSpPr/>
          <p:nvPr/>
        </p:nvSpPr>
        <p:spPr>
          <a:xfrm>
            <a:off x="8411402" y="0"/>
            <a:ext cx="1037400" cy="1037400"/>
          </a:xfrm>
          <a:prstGeom prst="rect">
            <a:avLst/>
          </a:pr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5" name="Google Shape;135;p14"/>
          <p:cNvPicPr preferRelativeResize="0"/>
          <p:nvPr/>
        </p:nvPicPr>
        <p:blipFill rotWithShape="1">
          <a:blip r:embed="rId2">
            <a:alphaModFix/>
          </a:blip>
          <a:srcRect l="7241" r="54157" b="42146"/>
          <a:stretch/>
        </p:blipFill>
        <p:spPr>
          <a:xfrm>
            <a:off x="7183650" y="2370925"/>
            <a:ext cx="1043400" cy="1043400"/>
          </a:xfrm>
          <a:prstGeom prst="rect">
            <a:avLst/>
          </a:prstGeom>
          <a:noFill/>
          <a:ln>
            <a:noFill/>
          </a:ln>
        </p:spPr>
      </p:pic>
      <p:pic>
        <p:nvPicPr>
          <p:cNvPr id="136" name="Google Shape;136;p14"/>
          <p:cNvPicPr preferRelativeResize="0"/>
          <p:nvPr/>
        </p:nvPicPr>
        <p:blipFill rotWithShape="1">
          <a:blip r:embed="rId3">
            <a:alphaModFix/>
          </a:blip>
          <a:srcRect l="19577" t="27945" r="21452" b="13085"/>
          <a:stretch/>
        </p:blipFill>
        <p:spPr>
          <a:xfrm>
            <a:off x="916950" y="1740750"/>
            <a:ext cx="1043400" cy="10434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1">
  <p:cSld name="CUSTOM_11">
    <p:spTree>
      <p:nvGrpSpPr>
        <p:cNvPr id="1" name="Shape 155"/>
        <p:cNvGrpSpPr/>
        <p:nvPr/>
      </p:nvGrpSpPr>
      <p:grpSpPr>
        <a:xfrm>
          <a:off x="0" y="0"/>
          <a:ext cx="0" cy="0"/>
          <a:chOff x="0" y="0"/>
          <a:chExt cx="0" cy="0"/>
        </a:xfrm>
      </p:grpSpPr>
      <p:sp>
        <p:nvSpPr>
          <p:cNvPr id="156" name="Google Shape;156;p16"/>
          <p:cNvSpPr txBox="1">
            <a:spLocks noGrp="1"/>
          </p:cNvSpPr>
          <p:nvPr>
            <p:ph type="title"/>
          </p:nvPr>
        </p:nvSpPr>
        <p:spPr>
          <a:xfrm>
            <a:off x="2305225" y="445025"/>
            <a:ext cx="4533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Font typeface="Oswald Medium"/>
              <a:buNone/>
              <a:defRPr/>
            </a:lvl1pPr>
            <a:lvl2pPr lvl="1">
              <a:spcBef>
                <a:spcPts val="0"/>
              </a:spcBef>
              <a:spcAft>
                <a:spcPts val="0"/>
              </a:spcAft>
              <a:buSzPts val="2800"/>
              <a:buNone/>
              <a:defRPr>
                <a:latin typeface="Raleway Medium"/>
                <a:ea typeface="Raleway Medium"/>
                <a:cs typeface="Raleway Medium"/>
                <a:sym typeface="Raleway Medium"/>
              </a:defRPr>
            </a:lvl2pPr>
            <a:lvl3pPr lvl="2">
              <a:spcBef>
                <a:spcPts val="0"/>
              </a:spcBef>
              <a:spcAft>
                <a:spcPts val="0"/>
              </a:spcAft>
              <a:buSzPts val="2800"/>
              <a:buNone/>
              <a:defRPr>
                <a:latin typeface="Raleway Medium"/>
                <a:ea typeface="Raleway Medium"/>
                <a:cs typeface="Raleway Medium"/>
                <a:sym typeface="Raleway Medium"/>
              </a:defRPr>
            </a:lvl3pPr>
            <a:lvl4pPr lvl="3">
              <a:spcBef>
                <a:spcPts val="0"/>
              </a:spcBef>
              <a:spcAft>
                <a:spcPts val="0"/>
              </a:spcAft>
              <a:buSzPts val="2800"/>
              <a:buNone/>
              <a:defRPr>
                <a:latin typeface="Raleway Medium"/>
                <a:ea typeface="Raleway Medium"/>
                <a:cs typeface="Raleway Medium"/>
                <a:sym typeface="Raleway Medium"/>
              </a:defRPr>
            </a:lvl4pPr>
            <a:lvl5pPr lvl="4">
              <a:spcBef>
                <a:spcPts val="0"/>
              </a:spcBef>
              <a:spcAft>
                <a:spcPts val="0"/>
              </a:spcAft>
              <a:buSzPts val="2800"/>
              <a:buNone/>
              <a:defRPr>
                <a:latin typeface="Raleway Medium"/>
                <a:ea typeface="Raleway Medium"/>
                <a:cs typeface="Raleway Medium"/>
                <a:sym typeface="Raleway Medium"/>
              </a:defRPr>
            </a:lvl5pPr>
            <a:lvl6pPr lvl="5">
              <a:spcBef>
                <a:spcPts val="0"/>
              </a:spcBef>
              <a:spcAft>
                <a:spcPts val="0"/>
              </a:spcAft>
              <a:buSzPts val="2800"/>
              <a:buNone/>
              <a:defRPr>
                <a:latin typeface="Raleway Medium"/>
                <a:ea typeface="Raleway Medium"/>
                <a:cs typeface="Raleway Medium"/>
                <a:sym typeface="Raleway Medium"/>
              </a:defRPr>
            </a:lvl6pPr>
            <a:lvl7pPr lvl="6">
              <a:spcBef>
                <a:spcPts val="0"/>
              </a:spcBef>
              <a:spcAft>
                <a:spcPts val="0"/>
              </a:spcAft>
              <a:buSzPts val="2800"/>
              <a:buNone/>
              <a:defRPr>
                <a:latin typeface="Raleway Medium"/>
                <a:ea typeface="Raleway Medium"/>
                <a:cs typeface="Raleway Medium"/>
                <a:sym typeface="Raleway Medium"/>
              </a:defRPr>
            </a:lvl7pPr>
            <a:lvl8pPr lvl="7">
              <a:spcBef>
                <a:spcPts val="0"/>
              </a:spcBef>
              <a:spcAft>
                <a:spcPts val="0"/>
              </a:spcAft>
              <a:buSzPts val="2800"/>
              <a:buNone/>
              <a:defRPr>
                <a:latin typeface="Raleway Medium"/>
                <a:ea typeface="Raleway Medium"/>
                <a:cs typeface="Raleway Medium"/>
                <a:sym typeface="Raleway Medium"/>
              </a:defRPr>
            </a:lvl8pPr>
            <a:lvl9pPr lvl="8">
              <a:spcBef>
                <a:spcPts val="0"/>
              </a:spcBef>
              <a:spcAft>
                <a:spcPts val="0"/>
              </a:spcAft>
              <a:buSzPts val="2800"/>
              <a:buNone/>
              <a:defRPr>
                <a:latin typeface="Raleway Medium"/>
                <a:ea typeface="Raleway Medium"/>
                <a:cs typeface="Raleway Medium"/>
                <a:sym typeface="Raleway Medium"/>
              </a:defRPr>
            </a:lvl9pPr>
          </a:lstStyle>
          <a:p>
            <a:endParaRPr/>
          </a:p>
        </p:txBody>
      </p:sp>
      <p:sp>
        <p:nvSpPr>
          <p:cNvPr id="157" name="Google Shape;157;p16"/>
          <p:cNvSpPr/>
          <p:nvPr/>
        </p:nvSpPr>
        <p:spPr>
          <a:xfrm rot="10800000">
            <a:off x="911095" y="0"/>
            <a:ext cx="911100" cy="911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6"/>
          <p:cNvSpPr/>
          <p:nvPr/>
        </p:nvSpPr>
        <p:spPr>
          <a:xfrm rot="10800000">
            <a:off x="0" y="0"/>
            <a:ext cx="911100" cy="9111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6"/>
          <p:cNvSpPr/>
          <p:nvPr/>
        </p:nvSpPr>
        <p:spPr>
          <a:xfrm rot="10800000">
            <a:off x="8232950" y="0"/>
            <a:ext cx="911100" cy="903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6"/>
          <p:cNvSpPr/>
          <p:nvPr/>
        </p:nvSpPr>
        <p:spPr>
          <a:xfrm rot="10800000">
            <a:off x="7321775" y="-7700"/>
            <a:ext cx="911700" cy="911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1" name="Shape 227"/>
        <p:cNvGrpSpPr/>
        <p:nvPr/>
      </p:nvGrpSpPr>
      <p:grpSpPr>
        <a:xfrm>
          <a:off x="0" y="0"/>
          <a:ext cx="0" cy="0"/>
          <a:chOff x="0" y="0"/>
          <a:chExt cx="0" cy="0"/>
        </a:xfrm>
      </p:grpSpPr>
      <p:sp>
        <p:nvSpPr>
          <p:cNvPr id="228" name="Google Shape;228;p22"/>
          <p:cNvSpPr txBox="1">
            <a:spLocks noGrp="1"/>
          </p:cNvSpPr>
          <p:nvPr>
            <p:ph type="title"/>
          </p:nvPr>
        </p:nvSpPr>
        <p:spPr>
          <a:xfrm flipH="1">
            <a:off x="5119401" y="889250"/>
            <a:ext cx="3267600" cy="716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6000"/>
            </a:lvl1pPr>
            <a:lvl2pPr lvl="1" algn="r" rtl="0">
              <a:spcBef>
                <a:spcPts val="0"/>
              </a:spcBef>
              <a:spcAft>
                <a:spcPts val="0"/>
              </a:spcAft>
              <a:buSzPts val="2800"/>
              <a:buNone/>
              <a:defRPr>
                <a:latin typeface="Open Sans"/>
                <a:ea typeface="Open Sans"/>
                <a:cs typeface="Open Sans"/>
                <a:sym typeface="Open Sans"/>
              </a:defRPr>
            </a:lvl2pPr>
            <a:lvl3pPr lvl="2" algn="r" rtl="0">
              <a:spcBef>
                <a:spcPts val="0"/>
              </a:spcBef>
              <a:spcAft>
                <a:spcPts val="0"/>
              </a:spcAft>
              <a:buSzPts val="2800"/>
              <a:buNone/>
              <a:defRPr>
                <a:latin typeface="Open Sans"/>
                <a:ea typeface="Open Sans"/>
                <a:cs typeface="Open Sans"/>
                <a:sym typeface="Open Sans"/>
              </a:defRPr>
            </a:lvl3pPr>
            <a:lvl4pPr lvl="3" algn="r" rtl="0">
              <a:spcBef>
                <a:spcPts val="0"/>
              </a:spcBef>
              <a:spcAft>
                <a:spcPts val="0"/>
              </a:spcAft>
              <a:buSzPts val="2800"/>
              <a:buNone/>
              <a:defRPr>
                <a:latin typeface="Open Sans"/>
                <a:ea typeface="Open Sans"/>
                <a:cs typeface="Open Sans"/>
                <a:sym typeface="Open Sans"/>
              </a:defRPr>
            </a:lvl4pPr>
            <a:lvl5pPr lvl="4" algn="r" rtl="0">
              <a:spcBef>
                <a:spcPts val="0"/>
              </a:spcBef>
              <a:spcAft>
                <a:spcPts val="0"/>
              </a:spcAft>
              <a:buSzPts val="2800"/>
              <a:buNone/>
              <a:defRPr>
                <a:latin typeface="Open Sans"/>
                <a:ea typeface="Open Sans"/>
                <a:cs typeface="Open Sans"/>
                <a:sym typeface="Open Sans"/>
              </a:defRPr>
            </a:lvl5pPr>
            <a:lvl6pPr lvl="5" algn="r" rtl="0">
              <a:spcBef>
                <a:spcPts val="0"/>
              </a:spcBef>
              <a:spcAft>
                <a:spcPts val="0"/>
              </a:spcAft>
              <a:buSzPts val="2800"/>
              <a:buNone/>
              <a:defRPr>
                <a:latin typeface="Open Sans"/>
                <a:ea typeface="Open Sans"/>
                <a:cs typeface="Open Sans"/>
                <a:sym typeface="Open Sans"/>
              </a:defRPr>
            </a:lvl6pPr>
            <a:lvl7pPr lvl="6" algn="r" rtl="0">
              <a:spcBef>
                <a:spcPts val="0"/>
              </a:spcBef>
              <a:spcAft>
                <a:spcPts val="0"/>
              </a:spcAft>
              <a:buSzPts val="2800"/>
              <a:buNone/>
              <a:defRPr>
                <a:latin typeface="Open Sans"/>
                <a:ea typeface="Open Sans"/>
                <a:cs typeface="Open Sans"/>
                <a:sym typeface="Open Sans"/>
              </a:defRPr>
            </a:lvl7pPr>
            <a:lvl8pPr lvl="7" algn="r" rtl="0">
              <a:spcBef>
                <a:spcPts val="0"/>
              </a:spcBef>
              <a:spcAft>
                <a:spcPts val="0"/>
              </a:spcAft>
              <a:buSzPts val="2800"/>
              <a:buNone/>
              <a:defRPr>
                <a:latin typeface="Open Sans"/>
                <a:ea typeface="Open Sans"/>
                <a:cs typeface="Open Sans"/>
                <a:sym typeface="Open Sans"/>
              </a:defRPr>
            </a:lvl8pPr>
            <a:lvl9pPr lvl="8" algn="r" rtl="0">
              <a:spcBef>
                <a:spcPts val="0"/>
              </a:spcBef>
              <a:spcAft>
                <a:spcPts val="0"/>
              </a:spcAft>
              <a:buSzPts val="2800"/>
              <a:buNone/>
              <a:defRPr>
                <a:latin typeface="Open Sans"/>
                <a:ea typeface="Open Sans"/>
                <a:cs typeface="Open Sans"/>
                <a:sym typeface="Open Sans"/>
              </a:defRPr>
            </a:lvl9pPr>
          </a:lstStyle>
          <a:p>
            <a:endParaRPr/>
          </a:p>
        </p:txBody>
      </p:sp>
      <p:sp>
        <p:nvSpPr>
          <p:cNvPr id="229" name="Google Shape;229;p22"/>
          <p:cNvSpPr txBox="1">
            <a:spLocks noGrp="1"/>
          </p:cNvSpPr>
          <p:nvPr>
            <p:ph type="subTitle" idx="1"/>
          </p:nvPr>
        </p:nvSpPr>
        <p:spPr>
          <a:xfrm flipH="1">
            <a:off x="5209705" y="1625950"/>
            <a:ext cx="3177300" cy="1090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r" rtl="0">
              <a:spcBef>
                <a:spcPts val="0"/>
              </a:spcBef>
              <a:spcAft>
                <a:spcPts val="0"/>
              </a:spcAft>
              <a:buSzPts val="1400"/>
              <a:buNone/>
              <a:defRPr/>
            </a:lvl2pPr>
            <a:lvl3pPr lvl="2" algn="r" rtl="0">
              <a:spcBef>
                <a:spcPts val="1600"/>
              </a:spcBef>
              <a:spcAft>
                <a:spcPts val="0"/>
              </a:spcAft>
              <a:buSzPts val="1400"/>
              <a:buNone/>
              <a:defRPr/>
            </a:lvl3pPr>
            <a:lvl4pPr lvl="3" algn="r" rtl="0">
              <a:spcBef>
                <a:spcPts val="1600"/>
              </a:spcBef>
              <a:spcAft>
                <a:spcPts val="0"/>
              </a:spcAft>
              <a:buSzPts val="1400"/>
              <a:buNone/>
              <a:defRPr/>
            </a:lvl4pPr>
            <a:lvl5pPr lvl="4" algn="r" rtl="0">
              <a:spcBef>
                <a:spcPts val="1600"/>
              </a:spcBef>
              <a:spcAft>
                <a:spcPts val="0"/>
              </a:spcAft>
              <a:buSzPts val="1400"/>
              <a:buNone/>
              <a:defRPr/>
            </a:lvl5pPr>
            <a:lvl6pPr lvl="5" algn="r" rtl="0">
              <a:spcBef>
                <a:spcPts val="1600"/>
              </a:spcBef>
              <a:spcAft>
                <a:spcPts val="0"/>
              </a:spcAft>
              <a:buSzPts val="1400"/>
              <a:buNone/>
              <a:defRPr/>
            </a:lvl6pPr>
            <a:lvl7pPr lvl="6" algn="r" rtl="0">
              <a:spcBef>
                <a:spcPts val="1600"/>
              </a:spcBef>
              <a:spcAft>
                <a:spcPts val="0"/>
              </a:spcAft>
              <a:buSzPts val="1400"/>
              <a:buNone/>
              <a:defRPr/>
            </a:lvl7pPr>
            <a:lvl8pPr lvl="7" algn="r" rtl="0">
              <a:spcBef>
                <a:spcPts val="1600"/>
              </a:spcBef>
              <a:spcAft>
                <a:spcPts val="0"/>
              </a:spcAft>
              <a:buSzPts val="1400"/>
              <a:buNone/>
              <a:defRPr/>
            </a:lvl8pPr>
            <a:lvl9pPr lvl="8" algn="r" rtl="0">
              <a:spcBef>
                <a:spcPts val="1600"/>
              </a:spcBef>
              <a:spcAft>
                <a:spcPts val="1600"/>
              </a:spcAft>
              <a:buSzPts val="1400"/>
              <a:buNone/>
              <a:defRPr/>
            </a:lvl9pPr>
          </a:lstStyle>
          <a:p>
            <a:endParaRPr/>
          </a:p>
        </p:txBody>
      </p:sp>
      <p:sp>
        <p:nvSpPr>
          <p:cNvPr id="230" name="Google Shape;230;p22"/>
          <p:cNvSpPr txBox="1">
            <a:spLocks noGrp="1"/>
          </p:cNvSpPr>
          <p:nvPr>
            <p:ph type="subTitle" idx="2"/>
          </p:nvPr>
        </p:nvSpPr>
        <p:spPr>
          <a:xfrm flipH="1">
            <a:off x="4596801" y="3981400"/>
            <a:ext cx="3790200" cy="2799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100"/>
            </a:lvl1pPr>
            <a:lvl2pPr lvl="1" algn="r" rtl="0">
              <a:spcBef>
                <a:spcPts val="1600"/>
              </a:spcBef>
              <a:spcAft>
                <a:spcPts val="0"/>
              </a:spcAft>
              <a:buSzPts val="1400"/>
              <a:buNone/>
              <a:defRPr/>
            </a:lvl2pPr>
            <a:lvl3pPr lvl="2" algn="r" rtl="0">
              <a:spcBef>
                <a:spcPts val="1600"/>
              </a:spcBef>
              <a:spcAft>
                <a:spcPts val="0"/>
              </a:spcAft>
              <a:buSzPts val="1400"/>
              <a:buNone/>
              <a:defRPr/>
            </a:lvl3pPr>
            <a:lvl4pPr lvl="3" algn="r" rtl="0">
              <a:spcBef>
                <a:spcPts val="1600"/>
              </a:spcBef>
              <a:spcAft>
                <a:spcPts val="0"/>
              </a:spcAft>
              <a:buSzPts val="1400"/>
              <a:buNone/>
              <a:defRPr/>
            </a:lvl4pPr>
            <a:lvl5pPr lvl="4" algn="r" rtl="0">
              <a:spcBef>
                <a:spcPts val="1600"/>
              </a:spcBef>
              <a:spcAft>
                <a:spcPts val="0"/>
              </a:spcAft>
              <a:buSzPts val="1400"/>
              <a:buNone/>
              <a:defRPr/>
            </a:lvl5pPr>
            <a:lvl6pPr lvl="5" algn="r" rtl="0">
              <a:spcBef>
                <a:spcPts val="1600"/>
              </a:spcBef>
              <a:spcAft>
                <a:spcPts val="0"/>
              </a:spcAft>
              <a:buSzPts val="1400"/>
              <a:buNone/>
              <a:defRPr/>
            </a:lvl6pPr>
            <a:lvl7pPr lvl="6" algn="r" rtl="0">
              <a:spcBef>
                <a:spcPts val="1600"/>
              </a:spcBef>
              <a:spcAft>
                <a:spcPts val="0"/>
              </a:spcAft>
              <a:buSzPts val="1400"/>
              <a:buNone/>
              <a:defRPr/>
            </a:lvl7pPr>
            <a:lvl8pPr lvl="7" algn="r" rtl="0">
              <a:spcBef>
                <a:spcPts val="1600"/>
              </a:spcBef>
              <a:spcAft>
                <a:spcPts val="0"/>
              </a:spcAft>
              <a:buSzPts val="1400"/>
              <a:buNone/>
              <a:defRPr/>
            </a:lvl8pPr>
            <a:lvl9pPr lvl="8" algn="r" rtl="0">
              <a:spcBef>
                <a:spcPts val="1600"/>
              </a:spcBef>
              <a:spcAft>
                <a:spcPts val="1600"/>
              </a:spcAft>
              <a:buSzPts val="1400"/>
              <a:buNone/>
              <a:defRPr/>
            </a:lvl9pPr>
          </a:lstStyle>
          <a:p>
            <a:endParaRPr/>
          </a:p>
        </p:txBody>
      </p:sp>
      <p:sp>
        <p:nvSpPr>
          <p:cNvPr id="231" name="Google Shape;231;p22"/>
          <p:cNvSpPr txBox="1"/>
          <p:nvPr/>
        </p:nvSpPr>
        <p:spPr>
          <a:xfrm flipH="1">
            <a:off x="4596801" y="3293325"/>
            <a:ext cx="3790200" cy="716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100">
                <a:solidFill>
                  <a:schemeClr val="accent4"/>
                </a:solidFill>
                <a:latin typeface="Raleway Medium"/>
                <a:ea typeface="Raleway Medium"/>
                <a:cs typeface="Raleway Medium"/>
                <a:sym typeface="Raleway Medium"/>
              </a:rPr>
              <a:t>CREDITS: This presentation template was created by </a:t>
            </a:r>
            <a:r>
              <a:rPr lang="en" sz="1100" b="1">
                <a:solidFill>
                  <a:schemeClr val="accent4"/>
                </a:solidFill>
                <a:uFill>
                  <a:noFill/>
                </a:uFill>
                <a:latin typeface="Raleway"/>
                <a:ea typeface="Raleway"/>
                <a:cs typeface="Raleway"/>
                <a:sym typeface="Raleway"/>
                <a:hlinkClick r:id="rId2">
                  <a:extLst>
                    <a:ext uri="{A12FA001-AC4F-418D-AE19-62706E023703}">
                      <ahyp:hlinkClr xmlns:ahyp="http://schemas.microsoft.com/office/drawing/2018/hyperlinkcolor" val="tx"/>
                    </a:ext>
                  </a:extLst>
                </a:hlinkClick>
              </a:rPr>
              <a:t>Slidesgo</a:t>
            </a:r>
            <a:r>
              <a:rPr lang="en" sz="1100">
                <a:solidFill>
                  <a:schemeClr val="accent4"/>
                </a:solidFill>
                <a:latin typeface="Raleway Medium"/>
                <a:ea typeface="Raleway Medium"/>
                <a:cs typeface="Raleway Medium"/>
                <a:sym typeface="Raleway Medium"/>
              </a:rPr>
              <a:t>, including icons by </a:t>
            </a:r>
            <a:r>
              <a:rPr lang="en" sz="1100" b="1">
                <a:solidFill>
                  <a:schemeClr val="accent4"/>
                </a:solidFill>
                <a:uFill>
                  <a:noFill/>
                </a:uFill>
                <a:latin typeface="Raleway"/>
                <a:ea typeface="Raleway"/>
                <a:cs typeface="Raleway"/>
                <a:sym typeface="Raleway"/>
                <a:hlinkClick r:id="rId3">
                  <a:extLst>
                    <a:ext uri="{A12FA001-AC4F-418D-AE19-62706E023703}">
                      <ahyp:hlinkClr xmlns:ahyp="http://schemas.microsoft.com/office/drawing/2018/hyperlinkcolor" val="tx"/>
                    </a:ext>
                  </a:extLst>
                </a:hlinkClick>
              </a:rPr>
              <a:t>Flaticon</a:t>
            </a:r>
            <a:r>
              <a:rPr lang="en" sz="1100">
                <a:solidFill>
                  <a:schemeClr val="accent4"/>
                </a:solidFill>
                <a:latin typeface="Raleway Medium"/>
                <a:ea typeface="Raleway Medium"/>
                <a:cs typeface="Raleway Medium"/>
                <a:sym typeface="Raleway Medium"/>
              </a:rPr>
              <a:t>, infographics &amp; images by </a:t>
            </a:r>
            <a:r>
              <a:rPr lang="en" sz="1100" b="1">
                <a:solidFill>
                  <a:schemeClr val="accent4"/>
                </a:solidFill>
                <a:uFill>
                  <a:noFill/>
                </a:uFill>
                <a:latin typeface="Raleway"/>
                <a:ea typeface="Raleway"/>
                <a:cs typeface="Raleway"/>
                <a:sym typeface="Raleway"/>
                <a:hlinkClick r:id="rId4">
                  <a:extLst>
                    <a:ext uri="{A12FA001-AC4F-418D-AE19-62706E023703}">
                      <ahyp:hlinkClr xmlns:ahyp="http://schemas.microsoft.com/office/drawing/2018/hyperlinkcolor" val="tx"/>
                    </a:ext>
                  </a:extLst>
                </a:hlinkClick>
              </a:rPr>
              <a:t>Freepik</a:t>
            </a:r>
            <a:endParaRPr sz="1100" b="1">
              <a:solidFill>
                <a:schemeClr val="accent4"/>
              </a:solidFill>
              <a:latin typeface="Raleway"/>
              <a:ea typeface="Raleway"/>
              <a:cs typeface="Raleway"/>
              <a:sym typeface="Raleway"/>
            </a:endParaRPr>
          </a:p>
        </p:txBody>
      </p:sp>
      <p:sp>
        <p:nvSpPr>
          <p:cNvPr id="232" name="Google Shape;232;p22"/>
          <p:cNvSpPr/>
          <p:nvPr/>
        </p:nvSpPr>
        <p:spPr>
          <a:xfrm flipH="1">
            <a:off x="25" y="1037500"/>
            <a:ext cx="1042500" cy="1037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2"/>
          <p:cNvSpPr/>
          <p:nvPr/>
        </p:nvSpPr>
        <p:spPr>
          <a:xfrm flipH="1">
            <a:off x="220" y="4149960"/>
            <a:ext cx="1037400" cy="1037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2"/>
          <p:cNvSpPr/>
          <p:nvPr/>
        </p:nvSpPr>
        <p:spPr>
          <a:xfrm flipH="1">
            <a:off x="1037725" y="4149950"/>
            <a:ext cx="1042500" cy="1037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2"/>
          <p:cNvSpPr/>
          <p:nvPr/>
        </p:nvSpPr>
        <p:spPr>
          <a:xfrm flipH="1">
            <a:off x="2075175" y="4149950"/>
            <a:ext cx="1037400" cy="10374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2"/>
          <p:cNvSpPr/>
          <p:nvPr/>
        </p:nvSpPr>
        <p:spPr>
          <a:xfrm flipH="1">
            <a:off x="1037700" y="1037500"/>
            <a:ext cx="1037400" cy="10374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2"/>
          <p:cNvSpPr/>
          <p:nvPr/>
        </p:nvSpPr>
        <p:spPr>
          <a:xfrm flipH="1">
            <a:off x="25" y="2074980"/>
            <a:ext cx="1037400" cy="1037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2"/>
          <p:cNvSpPr/>
          <p:nvPr/>
        </p:nvSpPr>
        <p:spPr>
          <a:xfrm flipH="1">
            <a:off x="1037700" y="2074975"/>
            <a:ext cx="1037400" cy="1040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2"/>
          <p:cNvSpPr/>
          <p:nvPr/>
        </p:nvSpPr>
        <p:spPr>
          <a:xfrm flipH="1">
            <a:off x="220" y="3112450"/>
            <a:ext cx="1037400" cy="1037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2"/>
          <p:cNvSpPr/>
          <p:nvPr/>
        </p:nvSpPr>
        <p:spPr>
          <a:xfrm flipH="1">
            <a:off x="2075200" y="3106875"/>
            <a:ext cx="1037400" cy="1043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51"/>
        <p:cNvGrpSpPr/>
        <p:nvPr/>
      </p:nvGrpSpPr>
      <p:grpSpPr>
        <a:xfrm>
          <a:off x="0" y="0"/>
          <a:ext cx="0" cy="0"/>
          <a:chOff x="0" y="0"/>
          <a:chExt cx="0" cy="0"/>
        </a:xfrm>
      </p:grpSpPr>
      <p:sp>
        <p:nvSpPr>
          <p:cNvPr id="252" name="Google Shape;252;p24"/>
          <p:cNvSpPr/>
          <p:nvPr/>
        </p:nvSpPr>
        <p:spPr>
          <a:xfrm>
            <a:off x="6572500" y="2568525"/>
            <a:ext cx="2571300" cy="2574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4"/>
          <p:cNvSpPr/>
          <p:nvPr/>
        </p:nvSpPr>
        <p:spPr>
          <a:xfrm>
            <a:off x="6572491" y="0"/>
            <a:ext cx="25713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4"/>
          <p:cNvSpPr/>
          <p:nvPr/>
        </p:nvSpPr>
        <p:spPr>
          <a:xfrm>
            <a:off x="4001058" y="0"/>
            <a:ext cx="25713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4"/>
          <p:cNvSpPr/>
          <p:nvPr/>
        </p:nvSpPr>
        <p:spPr>
          <a:xfrm>
            <a:off x="4001058" y="2571750"/>
            <a:ext cx="2571300" cy="25716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2">
  <p:cSld name="CUSTOM_9_1_1">
    <p:spTree>
      <p:nvGrpSpPr>
        <p:cNvPr id="1" name="Shape 256"/>
        <p:cNvGrpSpPr/>
        <p:nvPr/>
      </p:nvGrpSpPr>
      <p:grpSpPr>
        <a:xfrm>
          <a:off x="0" y="0"/>
          <a:ext cx="0" cy="0"/>
          <a:chOff x="0" y="0"/>
          <a:chExt cx="0" cy="0"/>
        </a:xfrm>
      </p:grpSpPr>
      <p:sp>
        <p:nvSpPr>
          <p:cNvPr id="257" name="Google Shape;257;p25"/>
          <p:cNvSpPr/>
          <p:nvPr/>
        </p:nvSpPr>
        <p:spPr>
          <a:xfrm>
            <a:off x="0" y="0"/>
            <a:ext cx="991200" cy="9912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5"/>
          <p:cNvSpPr/>
          <p:nvPr/>
        </p:nvSpPr>
        <p:spPr>
          <a:xfrm>
            <a:off x="989125" y="0"/>
            <a:ext cx="993300" cy="991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5"/>
          <p:cNvSpPr/>
          <p:nvPr/>
        </p:nvSpPr>
        <p:spPr>
          <a:xfrm>
            <a:off x="8152793" y="12"/>
            <a:ext cx="991200" cy="991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5"/>
          <p:cNvSpPr/>
          <p:nvPr/>
        </p:nvSpPr>
        <p:spPr>
          <a:xfrm rot="10800000">
            <a:off x="8152793" y="4152312"/>
            <a:ext cx="991200" cy="991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5"/>
          <p:cNvSpPr/>
          <p:nvPr/>
        </p:nvSpPr>
        <p:spPr>
          <a:xfrm rot="10800000">
            <a:off x="7161525" y="4152300"/>
            <a:ext cx="994500" cy="9912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5"/>
          <p:cNvSpPr/>
          <p:nvPr/>
        </p:nvSpPr>
        <p:spPr>
          <a:xfrm rot="10800000">
            <a:off x="0" y="4152300"/>
            <a:ext cx="991200" cy="991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3">
  <p:cSld name="CUSTOM_10">
    <p:spTree>
      <p:nvGrpSpPr>
        <p:cNvPr id="1" name="Shape 263"/>
        <p:cNvGrpSpPr/>
        <p:nvPr/>
      </p:nvGrpSpPr>
      <p:grpSpPr>
        <a:xfrm>
          <a:off x="0" y="0"/>
          <a:ext cx="0" cy="0"/>
          <a:chOff x="0" y="0"/>
          <a:chExt cx="0" cy="0"/>
        </a:xfrm>
      </p:grpSpPr>
      <p:sp>
        <p:nvSpPr>
          <p:cNvPr id="264" name="Google Shape;264;p26"/>
          <p:cNvSpPr/>
          <p:nvPr/>
        </p:nvSpPr>
        <p:spPr>
          <a:xfrm rot="10800000">
            <a:off x="2" y="0"/>
            <a:ext cx="1037400" cy="10374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6"/>
          <p:cNvSpPr/>
          <p:nvPr/>
        </p:nvSpPr>
        <p:spPr>
          <a:xfrm rot="10800000">
            <a:off x="2" y="3068700"/>
            <a:ext cx="1037400" cy="1037400"/>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6"/>
          <p:cNvSpPr/>
          <p:nvPr/>
        </p:nvSpPr>
        <p:spPr>
          <a:xfrm rot="10800000">
            <a:off x="2" y="4106100"/>
            <a:ext cx="1037400" cy="10374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6"/>
          <p:cNvSpPr/>
          <p:nvPr/>
        </p:nvSpPr>
        <p:spPr>
          <a:xfrm>
            <a:off x="8106602" y="4106100"/>
            <a:ext cx="1037400" cy="10374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6"/>
          <p:cNvSpPr/>
          <p:nvPr/>
        </p:nvSpPr>
        <p:spPr>
          <a:xfrm>
            <a:off x="8106602" y="1037400"/>
            <a:ext cx="1037400" cy="1037400"/>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6"/>
          <p:cNvSpPr/>
          <p:nvPr/>
        </p:nvSpPr>
        <p:spPr>
          <a:xfrm>
            <a:off x="8106602" y="0"/>
            <a:ext cx="1037400" cy="1037400"/>
          </a:xfrm>
          <a:prstGeom prst="rect">
            <a:avLst/>
          </a:pr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pattFill prst="pct5">
          <a:fgClr>
            <a:schemeClr val="lt1"/>
          </a:fgClr>
          <a:bgClr>
            <a:schemeClr val="bg1"/>
          </a:bgClr>
        </a:patt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40000" y="445025"/>
            <a:ext cx="8064000" cy="5727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2800"/>
              <a:buFont typeface="Open Sans ExtraBold"/>
              <a:buNone/>
              <a:defRPr sz="2800">
                <a:solidFill>
                  <a:schemeClr val="dk1"/>
                </a:solidFill>
                <a:latin typeface="Open Sans ExtraBold"/>
                <a:ea typeface="Open Sans ExtraBold"/>
                <a:cs typeface="Open Sans ExtraBold"/>
                <a:sym typeface="Open Sans ExtraBold"/>
              </a:defRPr>
            </a:lvl1pPr>
            <a:lvl2pPr lvl="1">
              <a:spcBef>
                <a:spcPts val="0"/>
              </a:spcBef>
              <a:spcAft>
                <a:spcPts val="0"/>
              </a:spcAft>
              <a:buClr>
                <a:schemeClr val="dk1"/>
              </a:buClr>
              <a:buSzPts val="2800"/>
              <a:buFont typeface="Open Sans ExtraBold"/>
              <a:buNone/>
              <a:defRPr sz="2800">
                <a:solidFill>
                  <a:schemeClr val="dk1"/>
                </a:solidFill>
                <a:latin typeface="Open Sans ExtraBold"/>
                <a:ea typeface="Open Sans ExtraBold"/>
                <a:cs typeface="Open Sans ExtraBold"/>
                <a:sym typeface="Open Sans ExtraBold"/>
              </a:defRPr>
            </a:lvl2pPr>
            <a:lvl3pPr lvl="2">
              <a:spcBef>
                <a:spcPts val="0"/>
              </a:spcBef>
              <a:spcAft>
                <a:spcPts val="0"/>
              </a:spcAft>
              <a:buClr>
                <a:schemeClr val="dk1"/>
              </a:buClr>
              <a:buSzPts val="2800"/>
              <a:buFont typeface="Open Sans ExtraBold"/>
              <a:buNone/>
              <a:defRPr sz="2800">
                <a:solidFill>
                  <a:schemeClr val="dk1"/>
                </a:solidFill>
                <a:latin typeface="Open Sans ExtraBold"/>
                <a:ea typeface="Open Sans ExtraBold"/>
                <a:cs typeface="Open Sans ExtraBold"/>
                <a:sym typeface="Open Sans ExtraBold"/>
              </a:defRPr>
            </a:lvl3pPr>
            <a:lvl4pPr lvl="3">
              <a:spcBef>
                <a:spcPts val="0"/>
              </a:spcBef>
              <a:spcAft>
                <a:spcPts val="0"/>
              </a:spcAft>
              <a:buClr>
                <a:schemeClr val="dk1"/>
              </a:buClr>
              <a:buSzPts val="2800"/>
              <a:buFont typeface="Open Sans ExtraBold"/>
              <a:buNone/>
              <a:defRPr sz="2800">
                <a:solidFill>
                  <a:schemeClr val="dk1"/>
                </a:solidFill>
                <a:latin typeface="Open Sans ExtraBold"/>
                <a:ea typeface="Open Sans ExtraBold"/>
                <a:cs typeface="Open Sans ExtraBold"/>
                <a:sym typeface="Open Sans ExtraBold"/>
              </a:defRPr>
            </a:lvl4pPr>
            <a:lvl5pPr lvl="4">
              <a:spcBef>
                <a:spcPts val="0"/>
              </a:spcBef>
              <a:spcAft>
                <a:spcPts val="0"/>
              </a:spcAft>
              <a:buClr>
                <a:schemeClr val="dk1"/>
              </a:buClr>
              <a:buSzPts val="2800"/>
              <a:buFont typeface="Open Sans ExtraBold"/>
              <a:buNone/>
              <a:defRPr sz="2800">
                <a:solidFill>
                  <a:schemeClr val="dk1"/>
                </a:solidFill>
                <a:latin typeface="Open Sans ExtraBold"/>
                <a:ea typeface="Open Sans ExtraBold"/>
                <a:cs typeface="Open Sans ExtraBold"/>
                <a:sym typeface="Open Sans ExtraBold"/>
              </a:defRPr>
            </a:lvl5pPr>
            <a:lvl6pPr lvl="5">
              <a:spcBef>
                <a:spcPts val="0"/>
              </a:spcBef>
              <a:spcAft>
                <a:spcPts val="0"/>
              </a:spcAft>
              <a:buClr>
                <a:schemeClr val="dk1"/>
              </a:buClr>
              <a:buSzPts val="2800"/>
              <a:buFont typeface="Open Sans ExtraBold"/>
              <a:buNone/>
              <a:defRPr sz="2800">
                <a:solidFill>
                  <a:schemeClr val="dk1"/>
                </a:solidFill>
                <a:latin typeface="Open Sans ExtraBold"/>
                <a:ea typeface="Open Sans ExtraBold"/>
                <a:cs typeface="Open Sans ExtraBold"/>
                <a:sym typeface="Open Sans ExtraBold"/>
              </a:defRPr>
            </a:lvl6pPr>
            <a:lvl7pPr lvl="6">
              <a:spcBef>
                <a:spcPts val="0"/>
              </a:spcBef>
              <a:spcAft>
                <a:spcPts val="0"/>
              </a:spcAft>
              <a:buClr>
                <a:schemeClr val="dk1"/>
              </a:buClr>
              <a:buSzPts val="2800"/>
              <a:buFont typeface="Open Sans ExtraBold"/>
              <a:buNone/>
              <a:defRPr sz="2800">
                <a:solidFill>
                  <a:schemeClr val="dk1"/>
                </a:solidFill>
                <a:latin typeface="Open Sans ExtraBold"/>
                <a:ea typeface="Open Sans ExtraBold"/>
                <a:cs typeface="Open Sans ExtraBold"/>
                <a:sym typeface="Open Sans ExtraBold"/>
              </a:defRPr>
            </a:lvl7pPr>
            <a:lvl8pPr lvl="7">
              <a:spcBef>
                <a:spcPts val="0"/>
              </a:spcBef>
              <a:spcAft>
                <a:spcPts val="0"/>
              </a:spcAft>
              <a:buClr>
                <a:schemeClr val="dk1"/>
              </a:buClr>
              <a:buSzPts val="2800"/>
              <a:buFont typeface="Open Sans ExtraBold"/>
              <a:buNone/>
              <a:defRPr sz="2800">
                <a:solidFill>
                  <a:schemeClr val="dk1"/>
                </a:solidFill>
                <a:latin typeface="Open Sans ExtraBold"/>
                <a:ea typeface="Open Sans ExtraBold"/>
                <a:cs typeface="Open Sans ExtraBold"/>
                <a:sym typeface="Open Sans ExtraBold"/>
              </a:defRPr>
            </a:lvl8pPr>
            <a:lvl9pPr lvl="8">
              <a:spcBef>
                <a:spcPts val="0"/>
              </a:spcBef>
              <a:spcAft>
                <a:spcPts val="0"/>
              </a:spcAft>
              <a:buClr>
                <a:schemeClr val="dk1"/>
              </a:buClr>
              <a:buSzPts val="2800"/>
              <a:buFont typeface="Open Sans ExtraBold"/>
              <a:buNone/>
              <a:defRPr sz="2800">
                <a:solidFill>
                  <a:schemeClr val="dk1"/>
                </a:solidFill>
                <a:latin typeface="Open Sans ExtraBold"/>
                <a:ea typeface="Open Sans ExtraBold"/>
                <a:cs typeface="Open Sans ExtraBold"/>
                <a:sym typeface="Open Sans ExtraBold"/>
              </a:defRPr>
            </a:lvl9pPr>
          </a:lstStyle>
          <a:p>
            <a:endParaRPr/>
          </a:p>
        </p:txBody>
      </p:sp>
      <p:sp>
        <p:nvSpPr>
          <p:cNvPr id="7" name="Google Shape;7;p1"/>
          <p:cNvSpPr txBox="1">
            <a:spLocks noGrp="1"/>
          </p:cNvSpPr>
          <p:nvPr>
            <p:ph type="body" idx="1"/>
          </p:nvPr>
        </p:nvSpPr>
        <p:spPr>
          <a:xfrm>
            <a:off x="540000" y="1152475"/>
            <a:ext cx="80640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accent4"/>
              </a:buClr>
              <a:buSzPts val="1800"/>
              <a:buFont typeface="Raleway Medium"/>
              <a:buChar char="●"/>
              <a:defRPr sz="1800">
                <a:solidFill>
                  <a:schemeClr val="accent4"/>
                </a:solidFill>
                <a:latin typeface="Raleway Medium"/>
                <a:ea typeface="Raleway Medium"/>
                <a:cs typeface="Raleway Medium"/>
                <a:sym typeface="Raleway Medium"/>
              </a:defRPr>
            </a:lvl1pPr>
            <a:lvl2pPr marL="914400" lvl="1" indent="-317500">
              <a:lnSpc>
                <a:spcPct val="115000"/>
              </a:lnSpc>
              <a:spcBef>
                <a:spcPts val="1600"/>
              </a:spcBef>
              <a:spcAft>
                <a:spcPts val="0"/>
              </a:spcAft>
              <a:buClr>
                <a:schemeClr val="accent4"/>
              </a:buClr>
              <a:buSzPts val="1400"/>
              <a:buFont typeface="Raleway Medium"/>
              <a:buChar char="○"/>
              <a:defRPr>
                <a:solidFill>
                  <a:schemeClr val="accent4"/>
                </a:solidFill>
                <a:latin typeface="Raleway Medium"/>
                <a:ea typeface="Raleway Medium"/>
                <a:cs typeface="Raleway Medium"/>
                <a:sym typeface="Raleway Medium"/>
              </a:defRPr>
            </a:lvl2pPr>
            <a:lvl3pPr marL="1371600" lvl="2" indent="-317500">
              <a:lnSpc>
                <a:spcPct val="115000"/>
              </a:lnSpc>
              <a:spcBef>
                <a:spcPts val="1600"/>
              </a:spcBef>
              <a:spcAft>
                <a:spcPts val="0"/>
              </a:spcAft>
              <a:buClr>
                <a:schemeClr val="accent4"/>
              </a:buClr>
              <a:buSzPts val="1400"/>
              <a:buFont typeface="Raleway Medium"/>
              <a:buChar char="■"/>
              <a:defRPr>
                <a:solidFill>
                  <a:schemeClr val="accent4"/>
                </a:solidFill>
                <a:latin typeface="Raleway Medium"/>
                <a:ea typeface="Raleway Medium"/>
                <a:cs typeface="Raleway Medium"/>
                <a:sym typeface="Raleway Medium"/>
              </a:defRPr>
            </a:lvl3pPr>
            <a:lvl4pPr marL="1828800" lvl="3" indent="-317500">
              <a:lnSpc>
                <a:spcPct val="115000"/>
              </a:lnSpc>
              <a:spcBef>
                <a:spcPts val="1600"/>
              </a:spcBef>
              <a:spcAft>
                <a:spcPts val="0"/>
              </a:spcAft>
              <a:buClr>
                <a:schemeClr val="accent4"/>
              </a:buClr>
              <a:buSzPts val="1400"/>
              <a:buFont typeface="Raleway Medium"/>
              <a:buChar char="●"/>
              <a:defRPr>
                <a:solidFill>
                  <a:schemeClr val="accent4"/>
                </a:solidFill>
                <a:latin typeface="Raleway Medium"/>
                <a:ea typeface="Raleway Medium"/>
                <a:cs typeface="Raleway Medium"/>
                <a:sym typeface="Raleway Medium"/>
              </a:defRPr>
            </a:lvl4pPr>
            <a:lvl5pPr marL="2286000" lvl="4" indent="-317500">
              <a:lnSpc>
                <a:spcPct val="115000"/>
              </a:lnSpc>
              <a:spcBef>
                <a:spcPts val="1600"/>
              </a:spcBef>
              <a:spcAft>
                <a:spcPts val="0"/>
              </a:spcAft>
              <a:buClr>
                <a:schemeClr val="accent4"/>
              </a:buClr>
              <a:buSzPts val="1400"/>
              <a:buFont typeface="Raleway Medium"/>
              <a:buChar char="○"/>
              <a:defRPr>
                <a:solidFill>
                  <a:schemeClr val="accent4"/>
                </a:solidFill>
                <a:latin typeface="Raleway Medium"/>
                <a:ea typeface="Raleway Medium"/>
                <a:cs typeface="Raleway Medium"/>
                <a:sym typeface="Raleway Medium"/>
              </a:defRPr>
            </a:lvl5pPr>
            <a:lvl6pPr marL="2743200" lvl="5" indent="-317500">
              <a:lnSpc>
                <a:spcPct val="115000"/>
              </a:lnSpc>
              <a:spcBef>
                <a:spcPts val="1600"/>
              </a:spcBef>
              <a:spcAft>
                <a:spcPts val="0"/>
              </a:spcAft>
              <a:buClr>
                <a:schemeClr val="accent4"/>
              </a:buClr>
              <a:buSzPts val="1400"/>
              <a:buFont typeface="Raleway Medium"/>
              <a:buChar char="■"/>
              <a:defRPr>
                <a:solidFill>
                  <a:schemeClr val="accent4"/>
                </a:solidFill>
                <a:latin typeface="Raleway Medium"/>
                <a:ea typeface="Raleway Medium"/>
                <a:cs typeface="Raleway Medium"/>
                <a:sym typeface="Raleway Medium"/>
              </a:defRPr>
            </a:lvl6pPr>
            <a:lvl7pPr marL="3200400" lvl="6" indent="-317500">
              <a:lnSpc>
                <a:spcPct val="115000"/>
              </a:lnSpc>
              <a:spcBef>
                <a:spcPts val="1600"/>
              </a:spcBef>
              <a:spcAft>
                <a:spcPts val="0"/>
              </a:spcAft>
              <a:buClr>
                <a:schemeClr val="accent4"/>
              </a:buClr>
              <a:buSzPts val="1400"/>
              <a:buFont typeface="Raleway Medium"/>
              <a:buChar char="●"/>
              <a:defRPr>
                <a:solidFill>
                  <a:schemeClr val="accent4"/>
                </a:solidFill>
                <a:latin typeface="Raleway Medium"/>
                <a:ea typeface="Raleway Medium"/>
                <a:cs typeface="Raleway Medium"/>
                <a:sym typeface="Raleway Medium"/>
              </a:defRPr>
            </a:lvl7pPr>
            <a:lvl8pPr marL="3657600" lvl="7" indent="-317500">
              <a:lnSpc>
                <a:spcPct val="115000"/>
              </a:lnSpc>
              <a:spcBef>
                <a:spcPts val="1600"/>
              </a:spcBef>
              <a:spcAft>
                <a:spcPts val="0"/>
              </a:spcAft>
              <a:buClr>
                <a:schemeClr val="accent4"/>
              </a:buClr>
              <a:buSzPts val="1400"/>
              <a:buFont typeface="Raleway Medium"/>
              <a:buChar char="○"/>
              <a:defRPr>
                <a:solidFill>
                  <a:schemeClr val="accent4"/>
                </a:solidFill>
                <a:latin typeface="Raleway Medium"/>
                <a:ea typeface="Raleway Medium"/>
                <a:cs typeface="Raleway Medium"/>
                <a:sym typeface="Raleway Medium"/>
              </a:defRPr>
            </a:lvl8pPr>
            <a:lvl9pPr marL="4114800" lvl="8" indent="-317500">
              <a:lnSpc>
                <a:spcPct val="115000"/>
              </a:lnSpc>
              <a:spcBef>
                <a:spcPts val="1600"/>
              </a:spcBef>
              <a:spcAft>
                <a:spcPts val="1600"/>
              </a:spcAft>
              <a:buClr>
                <a:schemeClr val="accent4"/>
              </a:buClr>
              <a:buSzPts val="1400"/>
              <a:buFont typeface="Raleway Medium"/>
              <a:buChar char="■"/>
              <a:defRPr>
                <a:solidFill>
                  <a:schemeClr val="accent4"/>
                </a:solidFill>
                <a:latin typeface="Raleway Medium"/>
                <a:ea typeface="Raleway Medium"/>
                <a:cs typeface="Raleway Medium"/>
                <a:sym typeface="Raleway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8" r:id="rId4"/>
    <p:sldLayoutId id="2147483660" r:id="rId5"/>
    <p:sldLayoutId id="2147483662" r:id="rId6"/>
    <p:sldLayoutId id="2147483668" r:id="rId7"/>
    <p:sldLayoutId id="2147483670" r:id="rId8"/>
    <p:sldLayoutId id="2147483671" r:id="rId9"/>
    <p:sldLayoutId id="2147483672"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9"/>
          <p:cNvSpPr txBox="1">
            <a:spLocks noGrp="1"/>
          </p:cNvSpPr>
          <p:nvPr>
            <p:ph type="ctrTitle"/>
          </p:nvPr>
        </p:nvSpPr>
        <p:spPr>
          <a:xfrm>
            <a:off x="737775" y="954156"/>
            <a:ext cx="5355900" cy="738527"/>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600" dirty="0"/>
              <a:t>HR Employee Attrition Analysis: Using Random Forest for Classification</a:t>
            </a:r>
            <a:endParaRPr sz="4900" dirty="0"/>
          </a:p>
        </p:txBody>
      </p:sp>
      <p:sp>
        <p:nvSpPr>
          <p:cNvPr id="279" name="Google Shape;279;p29"/>
          <p:cNvSpPr txBox="1">
            <a:spLocks noGrp="1"/>
          </p:cNvSpPr>
          <p:nvPr>
            <p:ph type="subTitle" idx="1"/>
          </p:nvPr>
        </p:nvSpPr>
        <p:spPr>
          <a:xfrm>
            <a:off x="737775" y="1777266"/>
            <a:ext cx="4044600" cy="35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Mohamed Souleimane Cheikh Ahmed</a:t>
            </a:r>
            <a:endParaRPr dirty="0"/>
          </a:p>
          <a:p>
            <a:pPr marL="0" lvl="0" indent="0" algn="l" rtl="0">
              <a:spcBef>
                <a:spcPts val="0"/>
              </a:spcBef>
              <a:spcAft>
                <a:spcPts val="0"/>
              </a:spcAft>
              <a:buNone/>
            </a:pPr>
            <a:endParaRPr dirty="0"/>
          </a:p>
        </p:txBody>
      </p:sp>
      <p:sp>
        <p:nvSpPr>
          <p:cNvPr id="9" name="Google Shape;279;p29">
            <a:extLst>
              <a:ext uri="{FF2B5EF4-FFF2-40B4-BE49-F238E27FC236}">
                <a16:creationId xmlns:a16="http://schemas.microsoft.com/office/drawing/2014/main" id="{56F571A7-3C51-FE7B-B2B8-6964CC939E72}"/>
              </a:ext>
            </a:extLst>
          </p:cNvPr>
          <p:cNvSpPr txBox="1">
            <a:spLocks/>
          </p:cNvSpPr>
          <p:nvPr/>
        </p:nvSpPr>
        <p:spPr>
          <a:xfrm>
            <a:off x="714893" y="2159665"/>
            <a:ext cx="4044600" cy="358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4"/>
              </a:buClr>
              <a:buSzPts val="2800"/>
              <a:buFont typeface="Raleway Medium"/>
              <a:buNone/>
              <a:defRPr sz="1400" b="0" i="0" u="none" strike="noStrike" cap="none">
                <a:solidFill>
                  <a:schemeClr val="accent4"/>
                </a:solidFill>
                <a:latin typeface="Raleway Medium"/>
                <a:ea typeface="Raleway Medium"/>
                <a:cs typeface="Raleway Medium"/>
                <a:sym typeface="Raleway Medium"/>
              </a:defRPr>
            </a:lvl1pPr>
            <a:lvl2pPr marL="914400" marR="0" lvl="1" indent="-317500" algn="ctr" rtl="0">
              <a:lnSpc>
                <a:spcPct val="100000"/>
              </a:lnSpc>
              <a:spcBef>
                <a:spcPts val="0"/>
              </a:spcBef>
              <a:spcAft>
                <a:spcPts val="0"/>
              </a:spcAft>
              <a:buClr>
                <a:schemeClr val="accent4"/>
              </a:buClr>
              <a:buSzPts val="2800"/>
              <a:buFont typeface="Raleway Medium"/>
              <a:buNone/>
              <a:defRPr sz="2800" b="0" i="0" u="none" strike="noStrike" cap="none">
                <a:solidFill>
                  <a:schemeClr val="accent4"/>
                </a:solidFill>
                <a:latin typeface="Raleway Medium"/>
                <a:ea typeface="Raleway Medium"/>
                <a:cs typeface="Raleway Medium"/>
                <a:sym typeface="Raleway Medium"/>
              </a:defRPr>
            </a:lvl2pPr>
            <a:lvl3pPr marL="1371600" marR="0" lvl="2" indent="-317500" algn="ctr" rtl="0">
              <a:lnSpc>
                <a:spcPct val="100000"/>
              </a:lnSpc>
              <a:spcBef>
                <a:spcPts val="0"/>
              </a:spcBef>
              <a:spcAft>
                <a:spcPts val="0"/>
              </a:spcAft>
              <a:buClr>
                <a:schemeClr val="accent4"/>
              </a:buClr>
              <a:buSzPts val="2800"/>
              <a:buFont typeface="Raleway Medium"/>
              <a:buNone/>
              <a:defRPr sz="2800" b="0" i="0" u="none" strike="noStrike" cap="none">
                <a:solidFill>
                  <a:schemeClr val="accent4"/>
                </a:solidFill>
                <a:latin typeface="Raleway Medium"/>
                <a:ea typeface="Raleway Medium"/>
                <a:cs typeface="Raleway Medium"/>
                <a:sym typeface="Raleway Medium"/>
              </a:defRPr>
            </a:lvl3pPr>
            <a:lvl4pPr marL="1828800" marR="0" lvl="3" indent="-317500" algn="ctr" rtl="0">
              <a:lnSpc>
                <a:spcPct val="100000"/>
              </a:lnSpc>
              <a:spcBef>
                <a:spcPts val="0"/>
              </a:spcBef>
              <a:spcAft>
                <a:spcPts val="0"/>
              </a:spcAft>
              <a:buClr>
                <a:schemeClr val="accent4"/>
              </a:buClr>
              <a:buSzPts val="2800"/>
              <a:buFont typeface="Raleway Medium"/>
              <a:buNone/>
              <a:defRPr sz="2800" b="0" i="0" u="none" strike="noStrike" cap="none">
                <a:solidFill>
                  <a:schemeClr val="accent4"/>
                </a:solidFill>
                <a:latin typeface="Raleway Medium"/>
                <a:ea typeface="Raleway Medium"/>
                <a:cs typeface="Raleway Medium"/>
                <a:sym typeface="Raleway Medium"/>
              </a:defRPr>
            </a:lvl4pPr>
            <a:lvl5pPr marL="2286000" marR="0" lvl="4" indent="-317500" algn="ctr" rtl="0">
              <a:lnSpc>
                <a:spcPct val="100000"/>
              </a:lnSpc>
              <a:spcBef>
                <a:spcPts val="0"/>
              </a:spcBef>
              <a:spcAft>
                <a:spcPts val="0"/>
              </a:spcAft>
              <a:buClr>
                <a:schemeClr val="accent4"/>
              </a:buClr>
              <a:buSzPts val="2800"/>
              <a:buFont typeface="Raleway Medium"/>
              <a:buNone/>
              <a:defRPr sz="2800" b="0" i="0" u="none" strike="noStrike" cap="none">
                <a:solidFill>
                  <a:schemeClr val="accent4"/>
                </a:solidFill>
                <a:latin typeface="Raleway Medium"/>
                <a:ea typeface="Raleway Medium"/>
                <a:cs typeface="Raleway Medium"/>
                <a:sym typeface="Raleway Medium"/>
              </a:defRPr>
            </a:lvl5pPr>
            <a:lvl6pPr marL="2743200" marR="0" lvl="5" indent="-317500" algn="ctr" rtl="0">
              <a:lnSpc>
                <a:spcPct val="100000"/>
              </a:lnSpc>
              <a:spcBef>
                <a:spcPts val="0"/>
              </a:spcBef>
              <a:spcAft>
                <a:spcPts val="0"/>
              </a:spcAft>
              <a:buClr>
                <a:schemeClr val="accent4"/>
              </a:buClr>
              <a:buSzPts val="2800"/>
              <a:buFont typeface="Raleway Medium"/>
              <a:buNone/>
              <a:defRPr sz="2800" b="0" i="0" u="none" strike="noStrike" cap="none">
                <a:solidFill>
                  <a:schemeClr val="accent4"/>
                </a:solidFill>
                <a:latin typeface="Raleway Medium"/>
                <a:ea typeface="Raleway Medium"/>
                <a:cs typeface="Raleway Medium"/>
                <a:sym typeface="Raleway Medium"/>
              </a:defRPr>
            </a:lvl6pPr>
            <a:lvl7pPr marL="3200400" marR="0" lvl="6" indent="-317500" algn="ctr" rtl="0">
              <a:lnSpc>
                <a:spcPct val="100000"/>
              </a:lnSpc>
              <a:spcBef>
                <a:spcPts val="0"/>
              </a:spcBef>
              <a:spcAft>
                <a:spcPts val="0"/>
              </a:spcAft>
              <a:buClr>
                <a:schemeClr val="accent4"/>
              </a:buClr>
              <a:buSzPts val="2800"/>
              <a:buFont typeface="Raleway Medium"/>
              <a:buNone/>
              <a:defRPr sz="2800" b="0" i="0" u="none" strike="noStrike" cap="none">
                <a:solidFill>
                  <a:schemeClr val="accent4"/>
                </a:solidFill>
                <a:latin typeface="Raleway Medium"/>
                <a:ea typeface="Raleway Medium"/>
                <a:cs typeface="Raleway Medium"/>
                <a:sym typeface="Raleway Medium"/>
              </a:defRPr>
            </a:lvl7pPr>
            <a:lvl8pPr marL="3657600" marR="0" lvl="7" indent="-317500" algn="ctr" rtl="0">
              <a:lnSpc>
                <a:spcPct val="100000"/>
              </a:lnSpc>
              <a:spcBef>
                <a:spcPts val="0"/>
              </a:spcBef>
              <a:spcAft>
                <a:spcPts val="0"/>
              </a:spcAft>
              <a:buClr>
                <a:schemeClr val="accent4"/>
              </a:buClr>
              <a:buSzPts val="2800"/>
              <a:buFont typeface="Raleway Medium"/>
              <a:buNone/>
              <a:defRPr sz="2800" b="0" i="0" u="none" strike="noStrike" cap="none">
                <a:solidFill>
                  <a:schemeClr val="accent4"/>
                </a:solidFill>
                <a:latin typeface="Raleway Medium"/>
                <a:ea typeface="Raleway Medium"/>
                <a:cs typeface="Raleway Medium"/>
                <a:sym typeface="Raleway Medium"/>
              </a:defRPr>
            </a:lvl8pPr>
            <a:lvl9pPr marL="4114800" marR="0" lvl="8" indent="-317500" algn="ctr" rtl="0">
              <a:lnSpc>
                <a:spcPct val="100000"/>
              </a:lnSpc>
              <a:spcBef>
                <a:spcPts val="0"/>
              </a:spcBef>
              <a:spcAft>
                <a:spcPts val="0"/>
              </a:spcAft>
              <a:buClr>
                <a:schemeClr val="accent4"/>
              </a:buClr>
              <a:buSzPts val="2800"/>
              <a:buFont typeface="Raleway Medium"/>
              <a:buNone/>
              <a:defRPr sz="2800" b="0" i="0" u="none" strike="noStrike" cap="none">
                <a:solidFill>
                  <a:schemeClr val="accent4"/>
                </a:solidFill>
                <a:latin typeface="Raleway Medium"/>
                <a:ea typeface="Raleway Medium"/>
                <a:cs typeface="Raleway Medium"/>
                <a:sym typeface="Raleway Medium"/>
              </a:defRPr>
            </a:lvl9pPr>
          </a:lstStyle>
          <a:p>
            <a:pPr marL="0" indent="0"/>
            <a:r>
              <a:rPr lang="en-US" dirty="0"/>
              <a:t>06/01/2025</a:t>
            </a:r>
          </a:p>
          <a:p>
            <a:pPr marL="0" indent="0"/>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33"/>
          <p:cNvSpPr txBox="1">
            <a:spLocks noGrp="1"/>
          </p:cNvSpPr>
          <p:nvPr>
            <p:ph type="title"/>
          </p:nvPr>
        </p:nvSpPr>
        <p:spPr>
          <a:xfrm>
            <a:off x="2301475" y="2347150"/>
            <a:ext cx="4541100" cy="602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Introduction</a:t>
            </a:r>
            <a:endParaRPr dirty="0"/>
          </a:p>
        </p:txBody>
      </p:sp>
      <p:sp>
        <p:nvSpPr>
          <p:cNvPr id="320" name="Google Shape;320;p33"/>
          <p:cNvSpPr txBox="1">
            <a:spLocks noGrp="1"/>
          </p:cNvSpPr>
          <p:nvPr>
            <p:ph type="title" idx="2"/>
          </p:nvPr>
        </p:nvSpPr>
        <p:spPr>
          <a:xfrm>
            <a:off x="3858150" y="1774738"/>
            <a:ext cx="1427700" cy="57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17">
          <a:extLst>
            <a:ext uri="{FF2B5EF4-FFF2-40B4-BE49-F238E27FC236}">
              <a16:creationId xmlns:a16="http://schemas.microsoft.com/office/drawing/2014/main" id="{E04D9879-B1FD-C6C0-24C6-E5351245702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5B047FD-88EC-84A0-B3A0-BB358C848FCE}"/>
              </a:ext>
            </a:extLst>
          </p:cNvPr>
          <p:cNvSpPr txBox="1"/>
          <p:nvPr/>
        </p:nvSpPr>
        <p:spPr>
          <a:xfrm>
            <a:off x="1061545" y="2094696"/>
            <a:ext cx="7020910" cy="1169551"/>
          </a:xfrm>
          <a:prstGeom prst="rect">
            <a:avLst/>
          </a:prstGeom>
          <a:noFill/>
        </p:spPr>
        <p:txBody>
          <a:bodyPr wrap="square" rtlCol="0">
            <a:spAutoFit/>
          </a:bodyPr>
          <a:lstStyle/>
          <a:p>
            <a:r>
              <a:rPr lang="en-US" dirty="0">
                <a:effectLst/>
                <a:latin typeface="+mn-lt"/>
              </a:rPr>
              <a:t>I'll be presenting my project for Machine learning applications in business. The focus is on analyzing the HR Employee Attrition dataset, exploring its importance to businesses, and using machine learning algorithms to gain insights and make predictions. Let's dive in</a:t>
            </a:r>
            <a:r>
              <a:rPr lang="en-US" dirty="0">
                <a:effectLst/>
                <a:latin typeface="Helvetica Neue" panose="02000503000000020004" pitchFamily="2" charset="0"/>
              </a:rPr>
              <a:t>.</a:t>
            </a:r>
          </a:p>
          <a:p>
            <a:endParaRPr lang="en-TR" dirty="0"/>
          </a:p>
        </p:txBody>
      </p:sp>
    </p:spTree>
    <p:extLst>
      <p:ext uri="{BB962C8B-B14F-4D97-AF65-F5344CB8AC3E}">
        <p14:creationId xmlns:p14="http://schemas.microsoft.com/office/powerpoint/2010/main" val="2653709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7">
          <a:extLst>
            <a:ext uri="{FF2B5EF4-FFF2-40B4-BE49-F238E27FC236}">
              <a16:creationId xmlns:a16="http://schemas.microsoft.com/office/drawing/2014/main" id="{B1BD982B-4393-AF1F-AC6B-C510A7D2C303}"/>
            </a:ext>
          </a:extLst>
        </p:cNvPr>
        <p:cNvGrpSpPr/>
        <p:nvPr/>
      </p:nvGrpSpPr>
      <p:grpSpPr>
        <a:xfrm>
          <a:off x="0" y="0"/>
          <a:ext cx="0" cy="0"/>
          <a:chOff x="0" y="0"/>
          <a:chExt cx="0" cy="0"/>
        </a:xfrm>
      </p:grpSpPr>
      <p:sp>
        <p:nvSpPr>
          <p:cNvPr id="318" name="Google Shape;318;p33">
            <a:extLst>
              <a:ext uri="{FF2B5EF4-FFF2-40B4-BE49-F238E27FC236}">
                <a16:creationId xmlns:a16="http://schemas.microsoft.com/office/drawing/2014/main" id="{4F8E00B1-8E7C-55D0-D848-536037E95DC1}"/>
              </a:ext>
            </a:extLst>
          </p:cNvPr>
          <p:cNvSpPr txBox="1">
            <a:spLocks noGrp="1"/>
          </p:cNvSpPr>
          <p:nvPr>
            <p:ph type="title"/>
          </p:nvPr>
        </p:nvSpPr>
        <p:spPr>
          <a:xfrm>
            <a:off x="2301475" y="2347150"/>
            <a:ext cx="4541100" cy="602100"/>
          </a:xfrm>
          <a:prstGeom prst="rect">
            <a:avLst/>
          </a:prstGeom>
        </p:spPr>
        <p:txBody>
          <a:bodyPr spcFirstLastPara="1" wrap="square" lIns="91425" tIns="91425" rIns="91425" bIns="91425" anchor="t" anchorCtr="0">
            <a:noAutofit/>
          </a:bodyPr>
          <a:lstStyle/>
          <a:p>
            <a:r>
              <a:rPr lang="en-US" b="1" dirty="0"/>
              <a:t>Dataset Overview</a:t>
            </a:r>
          </a:p>
        </p:txBody>
      </p:sp>
      <p:sp>
        <p:nvSpPr>
          <p:cNvPr id="320" name="Google Shape;320;p33">
            <a:extLst>
              <a:ext uri="{FF2B5EF4-FFF2-40B4-BE49-F238E27FC236}">
                <a16:creationId xmlns:a16="http://schemas.microsoft.com/office/drawing/2014/main" id="{B56FA3A3-E0C8-EC13-A527-A7C79A70D534}"/>
              </a:ext>
            </a:extLst>
          </p:cNvPr>
          <p:cNvSpPr txBox="1">
            <a:spLocks noGrp="1"/>
          </p:cNvSpPr>
          <p:nvPr>
            <p:ph type="title" idx="2"/>
          </p:nvPr>
        </p:nvSpPr>
        <p:spPr>
          <a:xfrm>
            <a:off x="3858150" y="1774738"/>
            <a:ext cx="1427700" cy="57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Tree>
    <p:extLst>
      <p:ext uri="{BB962C8B-B14F-4D97-AF65-F5344CB8AC3E}">
        <p14:creationId xmlns:p14="http://schemas.microsoft.com/office/powerpoint/2010/main" val="3083557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17">
          <a:extLst>
            <a:ext uri="{FF2B5EF4-FFF2-40B4-BE49-F238E27FC236}">
              <a16:creationId xmlns:a16="http://schemas.microsoft.com/office/drawing/2014/main" id="{F667B391-F57E-EFF6-31D1-1D3F282AD41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098A21A-AC80-E2CE-3E5E-3563A05E3F45}"/>
              </a:ext>
            </a:extLst>
          </p:cNvPr>
          <p:cNvSpPr txBox="1"/>
          <p:nvPr/>
        </p:nvSpPr>
        <p:spPr>
          <a:xfrm>
            <a:off x="1066800" y="1879252"/>
            <a:ext cx="7010400" cy="1384995"/>
          </a:xfrm>
          <a:prstGeom prst="rect">
            <a:avLst/>
          </a:prstGeom>
          <a:noFill/>
        </p:spPr>
        <p:txBody>
          <a:bodyPr wrap="square" rtlCol="0">
            <a:spAutoFit/>
          </a:bodyPr>
          <a:lstStyle/>
          <a:p>
            <a:r>
              <a:rPr lang="en-US" dirty="0">
                <a:effectLst/>
                <a:latin typeface="+mn-lt"/>
              </a:rPr>
              <a:t>The dataset I'm using is the HR Employee Attrition dataset, sourced from Kaggle. It contains data for 1,470 employees across 35 columns.</a:t>
            </a:r>
            <a:br>
              <a:rPr lang="en-US" dirty="0">
                <a:effectLst/>
                <a:latin typeface="+mn-lt"/>
              </a:rPr>
            </a:br>
            <a:r>
              <a:rPr lang="en-US" dirty="0">
                <a:effectLst/>
                <a:latin typeface="+mn-lt"/>
              </a:rPr>
              <a:t>These columns include a mix of categorical and numerical variables, such as 'Age,' 'Attrition,' 'Department,' and 'Monthly Income.' This dataset gives us detailed employee-level information.</a:t>
            </a:r>
          </a:p>
          <a:p>
            <a:endParaRPr lang="en-TR" dirty="0"/>
          </a:p>
        </p:txBody>
      </p:sp>
    </p:spTree>
    <p:extLst>
      <p:ext uri="{BB962C8B-B14F-4D97-AF65-F5344CB8AC3E}">
        <p14:creationId xmlns:p14="http://schemas.microsoft.com/office/powerpoint/2010/main" val="2572557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6">
          <a:extLst>
            <a:ext uri="{FF2B5EF4-FFF2-40B4-BE49-F238E27FC236}">
              <a16:creationId xmlns:a16="http://schemas.microsoft.com/office/drawing/2014/main" id="{FAC7FEA5-1C37-C84E-2405-881FC6136DD5}"/>
            </a:ext>
          </a:extLst>
        </p:cNvPr>
        <p:cNvGrpSpPr/>
        <p:nvPr/>
      </p:nvGrpSpPr>
      <p:grpSpPr>
        <a:xfrm>
          <a:off x="0" y="0"/>
          <a:ext cx="0" cy="0"/>
          <a:chOff x="0" y="0"/>
          <a:chExt cx="0" cy="0"/>
        </a:xfrm>
      </p:grpSpPr>
      <p:sp>
        <p:nvSpPr>
          <p:cNvPr id="480" name="Google Shape;480;p41">
            <a:extLst>
              <a:ext uri="{FF2B5EF4-FFF2-40B4-BE49-F238E27FC236}">
                <a16:creationId xmlns:a16="http://schemas.microsoft.com/office/drawing/2014/main" id="{FD85929F-9C3A-6953-2C49-65D7D14461E4}"/>
              </a:ext>
            </a:extLst>
          </p:cNvPr>
          <p:cNvSpPr txBox="1">
            <a:spLocks noGrp="1"/>
          </p:cNvSpPr>
          <p:nvPr>
            <p:ph type="title"/>
          </p:nvPr>
        </p:nvSpPr>
        <p:spPr>
          <a:xfrm>
            <a:off x="2305200" y="281938"/>
            <a:ext cx="4533600" cy="57801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a:t>Summary Table</a:t>
            </a:r>
            <a:endParaRPr sz="2400" dirty="0"/>
          </a:p>
        </p:txBody>
      </p:sp>
      <p:graphicFrame>
        <p:nvGraphicFramePr>
          <p:cNvPr id="481" name="Google Shape;481;p41">
            <a:extLst>
              <a:ext uri="{FF2B5EF4-FFF2-40B4-BE49-F238E27FC236}">
                <a16:creationId xmlns:a16="http://schemas.microsoft.com/office/drawing/2014/main" id="{B9568E42-ACCF-4F61-39DC-F21E32F4991F}"/>
              </a:ext>
            </a:extLst>
          </p:cNvPr>
          <p:cNvGraphicFramePr/>
          <p:nvPr>
            <p:extLst>
              <p:ext uri="{D42A27DB-BD31-4B8C-83A1-F6EECF244321}">
                <p14:modId xmlns:p14="http://schemas.microsoft.com/office/powerpoint/2010/main" val="428711597"/>
              </p:ext>
            </p:extLst>
          </p:nvPr>
        </p:nvGraphicFramePr>
        <p:xfrm>
          <a:off x="953178" y="1245752"/>
          <a:ext cx="7412223" cy="3615810"/>
        </p:xfrm>
        <a:graphic>
          <a:graphicData uri="http://schemas.openxmlformats.org/drawingml/2006/table">
            <a:tbl>
              <a:tblPr>
                <a:noFill/>
                <a:tableStyleId>{12A0C23A-ACD7-475B-A5D5-AEEF82FA3BEF}</a:tableStyleId>
              </a:tblPr>
              <a:tblGrid>
                <a:gridCol w="3641236">
                  <a:extLst>
                    <a:ext uri="{9D8B030D-6E8A-4147-A177-3AD203B41FA5}">
                      <a16:colId xmlns:a16="http://schemas.microsoft.com/office/drawing/2014/main" val="20000"/>
                    </a:ext>
                  </a:extLst>
                </a:gridCol>
                <a:gridCol w="3770987">
                  <a:extLst>
                    <a:ext uri="{9D8B030D-6E8A-4147-A177-3AD203B41FA5}">
                      <a16:colId xmlns:a16="http://schemas.microsoft.com/office/drawing/2014/main" val="20002"/>
                    </a:ext>
                  </a:extLst>
                </a:gridCol>
              </a:tblGrid>
              <a:tr h="587382">
                <a:tc>
                  <a:txBody>
                    <a:bodyPr/>
                    <a:lstStyle/>
                    <a:p>
                      <a:pPr marL="0" lvl="0" indent="0" algn="l" rtl="0">
                        <a:spcBef>
                          <a:spcPts val="0"/>
                        </a:spcBef>
                        <a:spcAft>
                          <a:spcPts val="0"/>
                        </a:spcAft>
                        <a:buNone/>
                      </a:pPr>
                      <a:r>
                        <a:rPr lang="en-US" sz="2500" dirty="0">
                          <a:solidFill>
                            <a:schemeClr val="dk1"/>
                          </a:solidFill>
                          <a:latin typeface="+mj-lt"/>
                          <a:ea typeface="Bebas Neue"/>
                          <a:cs typeface="Bebas Neue"/>
                          <a:sym typeface="Bebas Neue"/>
                        </a:rPr>
                        <a:t>Attribute</a:t>
                      </a:r>
                      <a:endParaRPr sz="2500" dirty="0">
                        <a:solidFill>
                          <a:schemeClr val="dk1"/>
                        </a:solidFill>
                        <a:latin typeface="+mj-lt"/>
                        <a:ea typeface="Bebas Neue"/>
                        <a:cs typeface="Bebas Neue"/>
                        <a:sym typeface="Bebas Neue"/>
                      </a:endParaRPr>
                    </a:p>
                  </a:txBody>
                  <a:tcPr marL="91425" marR="91425" marT="91425" marB="91425">
                    <a:lnL w="19050" cap="flat" cmpd="sng">
                      <a:solidFill>
                        <a:schemeClr val="accent2">
                          <a:alpha val="0"/>
                        </a:schemeClr>
                      </a:solidFill>
                      <a:prstDash val="solid"/>
                      <a:round/>
                      <a:headEnd type="none" w="sm" len="sm"/>
                      <a:tailEnd type="none" w="sm" len="sm"/>
                    </a:lnL>
                    <a:lnR w="19050" cap="flat" cmpd="sng">
                      <a:solidFill>
                        <a:schemeClr val="accent2">
                          <a:alpha val="0"/>
                        </a:schemeClr>
                      </a:solidFill>
                      <a:prstDash val="solid"/>
                      <a:round/>
                      <a:headEnd type="none" w="sm" len="sm"/>
                      <a:tailEnd type="none" w="sm" len="sm"/>
                    </a:lnR>
                    <a:lnT w="19050" cap="flat" cmpd="sng">
                      <a:solidFill>
                        <a:schemeClr val="accent2">
                          <a:alpha val="0"/>
                        </a:schemeClr>
                      </a:solidFill>
                      <a:prstDash val="solid"/>
                      <a:round/>
                      <a:headEnd type="none" w="sm" len="sm"/>
                      <a:tailEnd type="none" w="sm" len="sm"/>
                    </a:lnT>
                    <a:lnB w="19050" cap="flat" cmpd="sng">
                      <a:solidFill>
                        <a:schemeClr val="accent2">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US" sz="1600" b="1" dirty="0">
                          <a:solidFill>
                            <a:schemeClr val="bg1"/>
                          </a:solidFill>
                          <a:latin typeface="+mj-lt"/>
                          <a:ea typeface="Bebas Neue"/>
                          <a:cs typeface="Bebas Neue"/>
                          <a:sym typeface="Bebas Neue"/>
                        </a:rPr>
                        <a:t>Value</a:t>
                      </a:r>
                      <a:endParaRPr sz="1600" b="1" dirty="0">
                        <a:solidFill>
                          <a:schemeClr val="bg1"/>
                        </a:solidFill>
                        <a:latin typeface="+mj-lt"/>
                        <a:ea typeface="Bebas Neue"/>
                        <a:cs typeface="Bebas Neue"/>
                        <a:sym typeface="Bebas Neue"/>
                      </a:endParaRPr>
                    </a:p>
                  </a:txBody>
                  <a:tcPr marL="91425" marR="91425" marT="91425" marB="91425" anchor="ctr">
                    <a:lnL w="19050" cap="flat" cmpd="sng" algn="ctr">
                      <a:solidFill>
                        <a:schemeClr val="accent2">
                          <a:alpha val="0"/>
                        </a:schemeClr>
                      </a:solidFill>
                      <a:prstDash val="solid"/>
                      <a:round/>
                      <a:headEnd type="none" w="sm" len="sm"/>
                      <a:tailEnd type="none" w="sm" len="sm"/>
                    </a:lnL>
                    <a:lnR w="19050" cap="flat" cmpd="sng">
                      <a:solidFill>
                        <a:schemeClr val="accent2">
                          <a:alpha val="0"/>
                        </a:schemeClr>
                      </a:solidFill>
                      <a:prstDash val="solid"/>
                      <a:round/>
                      <a:headEnd type="none" w="sm" len="sm"/>
                      <a:tailEnd type="none" w="sm" len="sm"/>
                    </a:lnR>
                    <a:lnT w="19050" cap="flat" cmpd="sng">
                      <a:solidFill>
                        <a:schemeClr val="accent2">
                          <a:alpha val="0"/>
                        </a:schemeClr>
                      </a:solidFill>
                      <a:prstDash val="solid"/>
                      <a:round/>
                      <a:headEnd type="none" w="sm" len="sm"/>
                      <a:tailEnd type="none" w="sm" len="sm"/>
                    </a:lnT>
                    <a:lnB w="19050" cap="flat" cmpd="sng" algn="ctr">
                      <a:solidFill>
                        <a:schemeClr val="accent2">
                          <a:alpha val="0"/>
                        </a:scheme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504738">
                <a:tc>
                  <a:txBody>
                    <a:bodyPr/>
                    <a:lstStyle/>
                    <a:p>
                      <a:pPr marL="0" lvl="0" indent="0" algn="l" rtl="0">
                        <a:spcBef>
                          <a:spcPts val="0"/>
                        </a:spcBef>
                        <a:spcAft>
                          <a:spcPts val="0"/>
                        </a:spcAft>
                        <a:buNone/>
                      </a:pPr>
                      <a:r>
                        <a:rPr lang="en-US" sz="1600" dirty="0">
                          <a:solidFill>
                            <a:schemeClr val="lt1"/>
                          </a:solidFill>
                          <a:latin typeface="+mn-lt"/>
                          <a:ea typeface="Bebas Neue"/>
                          <a:cs typeface="Bebas Neue"/>
                          <a:sym typeface="Bebas Neue"/>
                        </a:rPr>
                        <a:t>Total Rows</a:t>
                      </a:r>
                    </a:p>
                  </a:txBody>
                  <a:tcPr marL="91425" marR="91425" marT="91425" marB="91425">
                    <a:lnL w="19050" cap="flat" cmpd="sng">
                      <a:solidFill>
                        <a:schemeClr val="accent2">
                          <a:alpha val="0"/>
                        </a:schemeClr>
                      </a:solidFill>
                      <a:prstDash val="solid"/>
                      <a:round/>
                      <a:headEnd type="none" w="sm" len="sm"/>
                      <a:tailEnd type="none" w="sm" len="sm"/>
                    </a:lnL>
                    <a:lnR w="19050" cap="flat" cmpd="sng">
                      <a:solidFill>
                        <a:schemeClr val="accent2">
                          <a:alpha val="0"/>
                        </a:schemeClr>
                      </a:solidFill>
                      <a:prstDash val="solid"/>
                      <a:round/>
                      <a:headEnd type="none" w="sm" len="sm"/>
                      <a:tailEnd type="none" w="sm" len="sm"/>
                    </a:lnR>
                    <a:lnT w="19050" cap="flat" cmpd="sng">
                      <a:solidFill>
                        <a:schemeClr val="accent2">
                          <a:alpha val="0"/>
                        </a:schemeClr>
                      </a:solidFill>
                      <a:prstDash val="solid"/>
                      <a:round/>
                      <a:headEnd type="none" w="sm" len="sm"/>
                      <a:tailEnd type="none" w="sm" len="sm"/>
                    </a:lnT>
                    <a:lnB w="19050" cap="flat" cmpd="sng">
                      <a:solidFill>
                        <a:schemeClr val="accent2">
                          <a:alpha val="0"/>
                        </a:schemeClr>
                      </a:solidFill>
                      <a:prstDash val="solid"/>
                      <a:round/>
                      <a:headEnd type="none" w="sm" len="sm"/>
                      <a:tailEnd type="none" w="sm" len="sm"/>
                    </a:lnB>
                    <a:solidFill>
                      <a:schemeClr val="dk1"/>
                    </a:solidFill>
                  </a:tcPr>
                </a:tc>
                <a:tc>
                  <a:txBody>
                    <a:bodyPr/>
                    <a:lstStyle/>
                    <a:p>
                      <a:pPr marL="0" lvl="0" indent="0" algn="l" rtl="0">
                        <a:spcBef>
                          <a:spcPts val="0"/>
                        </a:spcBef>
                        <a:spcAft>
                          <a:spcPts val="0"/>
                        </a:spcAft>
                        <a:buNone/>
                      </a:pPr>
                      <a:r>
                        <a:rPr lang="en-US" dirty="0"/>
                        <a:t>1470</a:t>
                      </a:r>
                      <a:endParaRPr dirty="0"/>
                    </a:p>
                  </a:txBody>
                  <a:tcPr marL="91425" marR="91425" marT="91425" marB="91425" anchor="ctr">
                    <a:lnL w="19050" cap="flat" cmpd="sng" algn="ctr">
                      <a:solidFill>
                        <a:schemeClr val="accent2">
                          <a:alpha val="0"/>
                        </a:schemeClr>
                      </a:solidFill>
                      <a:prstDash val="solid"/>
                      <a:round/>
                      <a:headEnd type="none" w="sm" len="sm"/>
                      <a:tailEnd type="none" w="sm" len="sm"/>
                    </a:lnL>
                    <a:lnR w="19050" cap="flat" cmpd="sng">
                      <a:solidFill>
                        <a:schemeClr val="accent2">
                          <a:alpha val="0"/>
                        </a:schemeClr>
                      </a:solidFill>
                      <a:prstDash val="solid"/>
                      <a:round/>
                      <a:headEnd type="none" w="sm" len="sm"/>
                      <a:tailEnd type="none" w="sm" len="sm"/>
                    </a:lnR>
                    <a:lnT w="19050" cap="flat" cmpd="sng" algn="ctr">
                      <a:solidFill>
                        <a:schemeClr val="accent2">
                          <a:alpha val="0"/>
                        </a:schemeClr>
                      </a:solidFill>
                      <a:prstDash val="solid"/>
                      <a:round/>
                      <a:headEnd type="none" w="sm" len="sm"/>
                      <a:tailEnd type="none" w="sm" len="sm"/>
                    </a:lnT>
                    <a:lnB w="19050" cap="flat" cmpd="sng" algn="ctr">
                      <a:solidFill>
                        <a:schemeClr val="accent2">
                          <a:alpha val="0"/>
                        </a:scheme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504738">
                <a:tc>
                  <a:txBody>
                    <a:bodyPr/>
                    <a:lstStyle/>
                    <a:p>
                      <a:pPr marL="0" lvl="0" indent="0" algn="l" rtl="0">
                        <a:spcBef>
                          <a:spcPts val="0"/>
                        </a:spcBef>
                        <a:spcAft>
                          <a:spcPts val="0"/>
                        </a:spcAft>
                        <a:buNone/>
                      </a:pPr>
                      <a:r>
                        <a:rPr lang="en-US" sz="1600" dirty="0">
                          <a:solidFill>
                            <a:schemeClr val="lt1"/>
                          </a:solidFill>
                          <a:latin typeface="+mn-lt"/>
                          <a:ea typeface="Bebas Neue"/>
                          <a:cs typeface="Bebas Neue"/>
                          <a:sym typeface="Bebas Neue"/>
                        </a:rPr>
                        <a:t>Total Columns</a:t>
                      </a:r>
                    </a:p>
                  </a:txBody>
                  <a:tcPr marL="91425" marR="91425" marT="91425" marB="91425">
                    <a:lnL w="19050" cap="flat" cmpd="sng">
                      <a:solidFill>
                        <a:schemeClr val="accent2">
                          <a:alpha val="0"/>
                        </a:schemeClr>
                      </a:solidFill>
                      <a:prstDash val="solid"/>
                      <a:round/>
                      <a:headEnd type="none" w="sm" len="sm"/>
                      <a:tailEnd type="none" w="sm" len="sm"/>
                    </a:lnL>
                    <a:lnR w="19050" cap="flat" cmpd="sng">
                      <a:solidFill>
                        <a:schemeClr val="accent2">
                          <a:alpha val="0"/>
                        </a:schemeClr>
                      </a:solidFill>
                      <a:prstDash val="solid"/>
                      <a:round/>
                      <a:headEnd type="none" w="sm" len="sm"/>
                      <a:tailEnd type="none" w="sm" len="sm"/>
                    </a:lnR>
                    <a:lnT w="19050" cap="flat" cmpd="sng">
                      <a:solidFill>
                        <a:schemeClr val="accent2">
                          <a:alpha val="0"/>
                        </a:schemeClr>
                      </a:solidFill>
                      <a:prstDash val="solid"/>
                      <a:round/>
                      <a:headEnd type="none" w="sm" len="sm"/>
                      <a:tailEnd type="none" w="sm" len="sm"/>
                    </a:lnT>
                    <a:lnB w="19050" cap="flat" cmpd="sng">
                      <a:solidFill>
                        <a:schemeClr val="accent2">
                          <a:alpha val="0"/>
                        </a:schemeClr>
                      </a:solidFill>
                      <a:prstDash val="solid"/>
                      <a:round/>
                      <a:headEnd type="none" w="sm" len="sm"/>
                      <a:tailEnd type="none" w="sm" len="sm"/>
                    </a:lnB>
                    <a:solidFill>
                      <a:schemeClr val="dk1"/>
                    </a:solidFill>
                  </a:tcPr>
                </a:tc>
                <a:tc>
                  <a:txBody>
                    <a:bodyPr/>
                    <a:lstStyle/>
                    <a:p>
                      <a:pPr marL="0" lvl="0" indent="0" algn="l" rtl="0">
                        <a:spcBef>
                          <a:spcPts val="0"/>
                        </a:spcBef>
                        <a:spcAft>
                          <a:spcPts val="0"/>
                        </a:spcAft>
                        <a:buNone/>
                      </a:pPr>
                      <a:r>
                        <a:rPr lang="en-US" dirty="0"/>
                        <a:t>35</a:t>
                      </a:r>
                      <a:endParaRPr dirty="0"/>
                    </a:p>
                  </a:txBody>
                  <a:tcPr marL="91425" marR="91425" marT="91425" marB="91425" anchor="ctr">
                    <a:lnL w="19050" cap="flat" cmpd="sng" algn="ctr">
                      <a:solidFill>
                        <a:schemeClr val="accent2">
                          <a:alpha val="0"/>
                        </a:schemeClr>
                      </a:solidFill>
                      <a:prstDash val="solid"/>
                      <a:round/>
                      <a:headEnd type="none" w="sm" len="sm"/>
                      <a:tailEnd type="none" w="sm" len="sm"/>
                    </a:lnL>
                    <a:lnR w="19050" cap="flat" cmpd="sng">
                      <a:solidFill>
                        <a:schemeClr val="accent2">
                          <a:alpha val="0"/>
                        </a:schemeClr>
                      </a:solidFill>
                      <a:prstDash val="solid"/>
                      <a:round/>
                      <a:headEnd type="none" w="sm" len="sm"/>
                      <a:tailEnd type="none" w="sm" len="sm"/>
                    </a:lnR>
                    <a:lnT w="19050" cap="flat" cmpd="sng" algn="ctr">
                      <a:solidFill>
                        <a:schemeClr val="accent2">
                          <a:alpha val="0"/>
                        </a:schemeClr>
                      </a:solidFill>
                      <a:prstDash val="solid"/>
                      <a:round/>
                      <a:headEnd type="none" w="sm" len="sm"/>
                      <a:tailEnd type="none" w="sm" len="sm"/>
                    </a:lnT>
                    <a:lnB w="19050" cap="flat" cmpd="sng" algn="ctr">
                      <a:solidFill>
                        <a:schemeClr val="accent2">
                          <a:alpha val="0"/>
                        </a:schemeClr>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r h="504738">
                <a:tc>
                  <a:txBody>
                    <a:bodyPr/>
                    <a:lstStyle/>
                    <a:p>
                      <a:pPr marL="0" lvl="0" indent="0" algn="l" rtl="0">
                        <a:spcBef>
                          <a:spcPts val="0"/>
                        </a:spcBef>
                        <a:spcAft>
                          <a:spcPts val="0"/>
                        </a:spcAft>
                        <a:buNone/>
                      </a:pPr>
                      <a:r>
                        <a:rPr lang="en-US" sz="1600" dirty="0">
                          <a:solidFill>
                            <a:schemeClr val="lt1"/>
                          </a:solidFill>
                          <a:latin typeface="+mn-lt"/>
                          <a:ea typeface="Bebas Neue"/>
                          <a:cs typeface="Bebas Neue"/>
                          <a:sym typeface="Bebas Neue"/>
                        </a:rPr>
                        <a:t>Target Variable</a:t>
                      </a:r>
                    </a:p>
                  </a:txBody>
                  <a:tcPr marL="91425" marR="91425" marT="91425" marB="91425">
                    <a:lnL w="19050" cap="flat" cmpd="sng">
                      <a:solidFill>
                        <a:schemeClr val="accent2">
                          <a:alpha val="0"/>
                        </a:schemeClr>
                      </a:solidFill>
                      <a:prstDash val="solid"/>
                      <a:round/>
                      <a:headEnd type="none" w="sm" len="sm"/>
                      <a:tailEnd type="none" w="sm" len="sm"/>
                    </a:lnL>
                    <a:lnR w="19050" cap="flat" cmpd="sng">
                      <a:solidFill>
                        <a:schemeClr val="accent2">
                          <a:alpha val="0"/>
                        </a:schemeClr>
                      </a:solidFill>
                      <a:prstDash val="solid"/>
                      <a:round/>
                      <a:headEnd type="none" w="sm" len="sm"/>
                      <a:tailEnd type="none" w="sm" len="sm"/>
                    </a:lnR>
                    <a:lnT w="19050" cap="flat" cmpd="sng">
                      <a:solidFill>
                        <a:schemeClr val="accent2">
                          <a:alpha val="0"/>
                        </a:schemeClr>
                      </a:solidFill>
                      <a:prstDash val="solid"/>
                      <a:round/>
                      <a:headEnd type="none" w="sm" len="sm"/>
                      <a:tailEnd type="none" w="sm" len="sm"/>
                    </a:lnT>
                    <a:lnB w="19050" cap="flat" cmpd="sng" algn="ctr">
                      <a:solidFill>
                        <a:schemeClr val="accent2">
                          <a:alpha val="0"/>
                        </a:schemeClr>
                      </a:solidFill>
                      <a:prstDash val="solid"/>
                      <a:round/>
                      <a:headEnd type="none" w="sm" len="sm"/>
                      <a:tailEnd type="none" w="sm" len="sm"/>
                    </a:lnB>
                    <a:solidFill>
                      <a:schemeClr val="dk1"/>
                    </a:solidFill>
                  </a:tcPr>
                </a:tc>
                <a:tc>
                  <a:txBody>
                    <a:bodyPr/>
                    <a:lstStyle/>
                    <a:p>
                      <a:pPr marL="0" lvl="0" indent="0" algn="l" rtl="0">
                        <a:spcBef>
                          <a:spcPts val="0"/>
                        </a:spcBef>
                        <a:spcAft>
                          <a:spcPts val="0"/>
                        </a:spcAft>
                        <a:buNone/>
                      </a:pPr>
                      <a:r>
                        <a:rPr lang="en-US" dirty="0"/>
                        <a:t>Attrition(Yes/No)</a:t>
                      </a:r>
                      <a:endParaRPr dirty="0"/>
                    </a:p>
                  </a:txBody>
                  <a:tcPr marL="91425" marR="91425" marT="91425" marB="91425" anchor="ctr">
                    <a:lnL w="19050" cap="flat" cmpd="sng" algn="ctr">
                      <a:solidFill>
                        <a:schemeClr val="accent2">
                          <a:alpha val="0"/>
                        </a:schemeClr>
                      </a:solidFill>
                      <a:prstDash val="solid"/>
                      <a:round/>
                      <a:headEnd type="none" w="sm" len="sm"/>
                      <a:tailEnd type="none" w="sm" len="sm"/>
                    </a:lnL>
                    <a:lnR w="19050" cap="flat" cmpd="sng">
                      <a:solidFill>
                        <a:schemeClr val="accent2">
                          <a:alpha val="0"/>
                        </a:schemeClr>
                      </a:solidFill>
                      <a:prstDash val="solid"/>
                      <a:round/>
                      <a:headEnd type="none" w="sm" len="sm"/>
                      <a:tailEnd type="none" w="sm" len="sm"/>
                    </a:lnR>
                    <a:lnT w="19050" cap="flat" cmpd="sng" algn="ctr">
                      <a:solidFill>
                        <a:schemeClr val="accent2">
                          <a:alpha val="0"/>
                        </a:schemeClr>
                      </a:solidFill>
                      <a:prstDash val="solid"/>
                      <a:round/>
                      <a:headEnd type="none" w="sm" len="sm"/>
                      <a:tailEnd type="none" w="sm" len="sm"/>
                    </a:lnT>
                    <a:lnB w="19050" cap="flat" cmpd="sng" algn="ctr">
                      <a:solidFill>
                        <a:schemeClr val="accent2">
                          <a:alpha val="0"/>
                        </a:schemeClr>
                      </a:solidFill>
                      <a:prstDash val="solid"/>
                      <a:round/>
                      <a:headEnd type="none" w="sm" len="sm"/>
                      <a:tailEnd type="none" w="sm" len="sm"/>
                    </a:lnB>
                    <a:solidFill>
                      <a:schemeClr val="bg1"/>
                    </a:solidFill>
                  </a:tcPr>
                </a:tc>
                <a:extLst>
                  <a:ext uri="{0D108BD9-81ED-4DB2-BD59-A6C34878D82A}">
                    <a16:rowId xmlns:a16="http://schemas.microsoft.com/office/drawing/2014/main" val="10003"/>
                  </a:ext>
                </a:extLst>
              </a:tr>
              <a:tr h="504738">
                <a:tc>
                  <a:txBody>
                    <a:bodyPr/>
                    <a:lstStyle/>
                    <a:p>
                      <a:pPr marL="0" lvl="0" indent="0" algn="l" rtl="0">
                        <a:spcBef>
                          <a:spcPts val="0"/>
                        </a:spcBef>
                        <a:spcAft>
                          <a:spcPts val="0"/>
                        </a:spcAft>
                        <a:buNone/>
                      </a:pPr>
                      <a:r>
                        <a:rPr lang="en-US" sz="1600" dirty="0">
                          <a:solidFill>
                            <a:schemeClr val="lt1"/>
                          </a:solidFill>
                          <a:latin typeface="+mn-lt"/>
                          <a:ea typeface="Bebas Neue"/>
                          <a:cs typeface="Bebas Neue"/>
                          <a:sym typeface="Bebas Neue"/>
                        </a:rPr>
                        <a:t>Numerical Columns</a:t>
                      </a:r>
                      <a:endParaRPr sz="1600" dirty="0">
                        <a:solidFill>
                          <a:schemeClr val="lt1"/>
                        </a:solidFill>
                        <a:latin typeface="+mn-lt"/>
                        <a:ea typeface="Bebas Neue"/>
                        <a:cs typeface="Bebas Neue"/>
                        <a:sym typeface="Bebas Neue"/>
                      </a:endParaRPr>
                    </a:p>
                  </a:txBody>
                  <a:tcPr marL="91425" marR="91425" marT="91425" marB="91425">
                    <a:lnL w="19050" cap="flat" cmpd="sng">
                      <a:solidFill>
                        <a:schemeClr val="accent2">
                          <a:alpha val="0"/>
                        </a:schemeClr>
                      </a:solidFill>
                      <a:prstDash val="solid"/>
                      <a:round/>
                      <a:headEnd type="none" w="sm" len="sm"/>
                      <a:tailEnd type="none" w="sm" len="sm"/>
                    </a:lnL>
                    <a:lnR w="19050" cap="flat" cmpd="sng" algn="ctr">
                      <a:solidFill>
                        <a:schemeClr val="accent2">
                          <a:alpha val="0"/>
                        </a:schemeClr>
                      </a:solidFill>
                      <a:prstDash val="solid"/>
                      <a:round/>
                      <a:headEnd type="none" w="sm" len="sm"/>
                      <a:tailEnd type="none" w="sm" len="sm"/>
                    </a:lnR>
                    <a:lnT w="19050" cap="flat" cmpd="sng" algn="ctr">
                      <a:solidFill>
                        <a:schemeClr val="accent2">
                          <a:alpha val="0"/>
                        </a:schemeClr>
                      </a:solidFill>
                      <a:prstDash val="solid"/>
                      <a:round/>
                      <a:headEnd type="none" w="sm" len="sm"/>
                      <a:tailEnd type="none" w="sm" len="sm"/>
                    </a:lnT>
                    <a:lnB w="19050" cap="flat" cmpd="sng" algn="ctr">
                      <a:solidFill>
                        <a:schemeClr val="accent2">
                          <a:alpha val="0"/>
                        </a:schemeClr>
                      </a:solidFill>
                      <a:prstDash val="solid"/>
                      <a:round/>
                      <a:headEnd type="none" w="sm" len="sm"/>
                      <a:tailEnd type="none" w="sm" len="sm"/>
                    </a:lnB>
                    <a:solidFill>
                      <a:schemeClr val="dk1"/>
                    </a:solidFill>
                  </a:tcPr>
                </a:tc>
                <a:tc>
                  <a:txBody>
                    <a:bodyPr/>
                    <a:lstStyle/>
                    <a:p>
                      <a:pPr marL="0" lvl="0" indent="0" algn="l" rtl="0">
                        <a:spcBef>
                          <a:spcPts val="0"/>
                        </a:spcBef>
                        <a:spcAft>
                          <a:spcPts val="0"/>
                        </a:spcAft>
                        <a:buNone/>
                      </a:pPr>
                      <a:r>
                        <a:rPr lang="en-US" dirty="0"/>
                        <a:t>26</a:t>
                      </a:r>
                      <a:endParaRPr dirty="0"/>
                    </a:p>
                  </a:txBody>
                  <a:tcPr marL="91425" marR="91425" marT="91425" marB="91425" anchor="ctr">
                    <a:lnL w="19050" cap="flat" cmpd="sng" algn="ctr">
                      <a:solidFill>
                        <a:schemeClr val="accent2">
                          <a:alpha val="0"/>
                        </a:schemeClr>
                      </a:solidFill>
                      <a:prstDash val="solid"/>
                      <a:round/>
                      <a:headEnd type="none" w="sm" len="sm"/>
                      <a:tailEnd type="none" w="sm" len="sm"/>
                    </a:lnL>
                    <a:lnR w="19050" cap="flat" cmpd="sng" algn="ctr">
                      <a:solidFill>
                        <a:schemeClr val="accent2">
                          <a:alpha val="0"/>
                        </a:schemeClr>
                      </a:solidFill>
                      <a:prstDash val="solid"/>
                      <a:round/>
                      <a:headEnd type="none" w="sm" len="sm"/>
                      <a:tailEnd type="none" w="sm" len="sm"/>
                    </a:lnR>
                    <a:lnT w="19050" cap="flat" cmpd="sng" algn="ctr">
                      <a:solidFill>
                        <a:schemeClr val="accent2">
                          <a:alpha val="0"/>
                        </a:schemeClr>
                      </a:solidFill>
                      <a:prstDash val="solid"/>
                      <a:round/>
                      <a:headEnd type="none" w="sm" len="sm"/>
                      <a:tailEnd type="none" w="sm" len="sm"/>
                    </a:lnT>
                    <a:lnB w="19050" cap="flat" cmpd="sng" algn="ctr">
                      <a:solidFill>
                        <a:schemeClr val="accent2">
                          <a:alpha val="0"/>
                        </a:schemeClr>
                      </a:solidFill>
                      <a:prstDash val="solid"/>
                      <a:round/>
                      <a:headEnd type="none" w="sm" len="sm"/>
                      <a:tailEnd type="none" w="sm" len="sm"/>
                    </a:lnB>
                    <a:solidFill>
                      <a:schemeClr val="bg1"/>
                    </a:solidFill>
                  </a:tcPr>
                </a:tc>
                <a:extLst>
                  <a:ext uri="{0D108BD9-81ED-4DB2-BD59-A6C34878D82A}">
                    <a16:rowId xmlns:a16="http://schemas.microsoft.com/office/drawing/2014/main" val="3337046585"/>
                  </a:ext>
                </a:extLst>
              </a:tr>
              <a:tr h="504738">
                <a:tc>
                  <a:txBody>
                    <a:bodyPr/>
                    <a:lstStyle/>
                    <a:p>
                      <a:pPr marL="0" lvl="0" indent="0" algn="l" rtl="0">
                        <a:spcBef>
                          <a:spcPts val="0"/>
                        </a:spcBef>
                        <a:spcAft>
                          <a:spcPts val="0"/>
                        </a:spcAft>
                        <a:buNone/>
                      </a:pPr>
                      <a:r>
                        <a:rPr lang="en-US" sz="1600" dirty="0">
                          <a:solidFill>
                            <a:schemeClr val="lt1"/>
                          </a:solidFill>
                          <a:latin typeface="+mn-lt"/>
                          <a:ea typeface="Bebas Neue"/>
                          <a:cs typeface="Bebas Neue"/>
                          <a:sym typeface="Bebas Neue"/>
                        </a:rPr>
                        <a:t>Categorical Columns</a:t>
                      </a:r>
                      <a:endParaRPr sz="1600" dirty="0">
                        <a:solidFill>
                          <a:schemeClr val="lt1"/>
                        </a:solidFill>
                        <a:latin typeface="+mn-lt"/>
                        <a:ea typeface="Bebas Neue"/>
                        <a:cs typeface="Bebas Neue"/>
                        <a:sym typeface="Bebas Neue"/>
                      </a:endParaRPr>
                    </a:p>
                  </a:txBody>
                  <a:tcPr marL="91425" marR="91425" marT="91425" marB="91425">
                    <a:lnL w="19050" cap="flat" cmpd="sng">
                      <a:solidFill>
                        <a:schemeClr val="accent2">
                          <a:alpha val="0"/>
                        </a:schemeClr>
                      </a:solidFill>
                      <a:prstDash val="solid"/>
                      <a:round/>
                      <a:headEnd type="none" w="sm" len="sm"/>
                      <a:tailEnd type="none" w="sm" len="sm"/>
                    </a:lnL>
                    <a:lnR w="19050" cap="flat" cmpd="sng" algn="ctr">
                      <a:solidFill>
                        <a:schemeClr val="accent2">
                          <a:alpha val="0"/>
                        </a:schemeClr>
                      </a:solidFill>
                      <a:prstDash val="solid"/>
                      <a:round/>
                      <a:headEnd type="none" w="sm" len="sm"/>
                      <a:tailEnd type="none" w="sm" len="sm"/>
                    </a:lnR>
                    <a:lnT w="19050" cap="flat" cmpd="sng" algn="ctr">
                      <a:solidFill>
                        <a:schemeClr val="accent2">
                          <a:alpha val="0"/>
                        </a:schemeClr>
                      </a:solidFill>
                      <a:prstDash val="solid"/>
                      <a:round/>
                      <a:headEnd type="none" w="sm" len="sm"/>
                      <a:tailEnd type="none" w="sm" len="sm"/>
                    </a:lnT>
                    <a:lnB w="19050" cap="flat" cmpd="sng" algn="ctr">
                      <a:solidFill>
                        <a:schemeClr val="accent2">
                          <a:alpha val="0"/>
                        </a:schemeClr>
                      </a:solidFill>
                      <a:prstDash val="solid"/>
                      <a:round/>
                      <a:headEnd type="none" w="sm" len="sm"/>
                      <a:tailEnd type="none" w="sm" len="sm"/>
                    </a:lnB>
                    <a:solidFill>
                      <a:schemeClr val="dk1"/>
                    </a:solidFill>
                  </a:tcPr>
                </a:tc>
                <a:tc>
                  <a:txBody>
                    <a:bodyPr/>
                    <a:lstStyle/>
                    <a:p>
                      <a:pPr marL="0" lvl="0" indent="0" algn="l" rtl="0">
                        <a:spcBef>
                          <a:spcPts val="0"/>
                        </a:spcBef>
                        <a:spcAft>
                          <a:spcPts val="0"/>
                        </a:spcAft>
                        <a:buNone/>
                      </a:pPr>
                      <a:r>
                        <a:rPr lang="en-US" dirty="0"/>
                        <a:t>9</a:t>
                      </a:r>
                      <a:endParaRPr dirty="0"/>
                    </a:p>
                  </a:txBody>
                  <a:tcPr marL="91425" marR="91425" marT="91425" marB="91425" anchor="ctr">
                    <a:lnL w="19050" cap="flat" cmpd="sng" algn="ctr">
                      <a:solidFill>
                        <a:schemeClr val="accent2">
                          <a:alpha val="0"/>
                        </a:schemeClr>
                      </a:solidFill>
                      <a:prstDash val="solid"/>
                      <a:round/>
                      <a:headEnd type="none" w="sm" len="sm"/>
                      <a:tailEnd type="none" w="sm" len="sm"/>
                    </a:lnL>
                    <a:lnR w="19050" cap="flat" cmpd="sng" algn="ctr">
                      <a:solidFill>
                        <a:schemeClr val="accent2">
                          <a:alpha val="0"/>
                        </a:schemeClr>
                      </a:solidFill>
                      <a:prstDash val="solid"/>
                      <a:round/>
                      <a:headEnd type="none" w="sm" len="sm"/>
                      <a:tailEnd type="none" w="sm" len="sm"/>
                    </a:lnR>
                    <a:lnT w="19050" cap="flat" cmpd="sng" algn="ctr">
                      <a:solidFill>
                        <a:schemeClr val="accent2">
                          <a:alpha val="0"/>
                        </a:schemeClr>
                      </a:solidFill>
                      <a:prstDash val="solid"/>
                      <a:round/>
                      <a:headEnd type="none" w="sm" len="sm"/>
                      <a:tailEnd type="none" w="sm" len="sm"/>
                    </a:lnT>
                    <a:lnB w="19050" cap="flat" cmpd="sng" algn="ctr">
                      <a:solidFill>
                        <a:schemeClr val="accent2">
                          <a:alpha val="0"/>
                        </a:schemeClr>
                      </a:solidFill>
                      <a:prstDash val="solid"/>
                      <a:round/>
                      <a:headEnd type="none" w="sm" len="sm"/>
                      <a:tailEnd type="none" w="sm" len="sm"/>
                    </a:lnB>
                    <a:solidFill>
                      <a:schemeClr val="bg1"/>
                    </a:solidFill>
                  </a:tcPr>
                </a:tc>
                <a:extLst>
                  <a:ext uri="{0D108BD9-81ED-4DB2-BD59-A6C34878D82A}">
                    <a16:rowId xmlns:a16="http://schemas.microsoft.com/office/drawing/2014/main" val="3531735261"/>
                  </a:ext>
                </a:extLst>
              </a:tr>
              <a:tr h="504738">
                <a:tc>
                  <a:txBody>
                    <a:bodyPr/>
                    <a:lstStyle/>
                    <a:p>
                      <a:pPr marL="0" lvl="0" indent="0" algn="l" rtl="0">
                        <a:spcBef>
                          <a:spcPts val="0"/>
                        </a:spcBef>
                        <a:spcAft>
                          <a:spcPts val="0"/>
                        </a:spcAft>
                        <a:buNone/>
                      </a:pPr>
                      <a:r>
                        <a:rPr lang="en-US" sz="1600" dirty="0">
                          <a:solidFill>
                            <a:schemeClr val="lt1"/>
                          </a:solidFill>
                          <a:latin typeface="+mn-lt"/>
                          <a:ea typeface="Bebas Neue"/>
                          <a:cs typeface="Bebas Neue"/>
                          <a:sym typeface="Bebas Neue"/>
                        </a:rPr>
                        <a:t>Missing Values</a:t>
                      </a:r>
                      <a:endParaRPr sz="1600" dirty="0">
                        <a:solidFill>
                          <a:schemeClr val="lt1"/>
                        </a:solidFill>
                        <a:latin typeface="+mn-lt"/>
                        <a:ea typeface="Bebas Neue"/>
                        <a:cs typeface="Bebas Neue"/>
                        <a:sym typeface="Bebas Neue"/>
                      </a:endParaRPr>
                    </a:p>
                  </a:txBody>
                  <a:tcPr marL="91425" marR="91425" marT="91425" marB="91425">
                    <a:lnL w="19050" cap="flat" cmpd="sng">
                      <a:solidFill>
                        <a:schemeClr val="accent2">
                          <a:alpha val="0"/>
                        </a:schemeClr>
                      </a:solidFill>
                      <a:prstDash val="solid"/>
                      <a:round/>
                      <a:headEnd type="none" w="sm" len="sm"/>
                      <a:tailEnd type="none" w="sm" len="sm"/>
                    </a:lnL>
                    <a:lnR w="19050" cap="flat" cmpd="sng" algn="ctr">
                      <a:solidFill>
                        <a:schemeClr val="accent2">
                          <a:alpha val="0"/>
                        </a:schemeClr>
                      </a:solidFill>
                      <a:prstDash val="solid"/>
                      <a:round/>
                      <a:headEnd type="none" w="sm" len="sm"/>
                      <a:tailEnd type="none" w="sm" len="sm"/>
                    </a:lnR>
                    <a:lnT w="19050" cap="flat" cmpd="sng" algn="ctr">
                      <a:solidFill>
                        <a:schemeClr val="accent2">
                          <a:alpha val="0"/>
                        </a:schemeClr>
                      </a:solidFill>
                      <a:prstDash val="solid"/>
                      <a:round/>
                      <a:headEnd type="none" w="sm" len="sm"/>
                      <a:tailEnd type="none" w="sm" len="sm"/>
                    </a:lnT>
                    <a:lnB w="19050" cap="flat" cmpd="sng">
                      <a:solidFill>
                        <a:schemeClr val="accent2">
                          <a:alpha val="0"/>
                        </a:schemeClr>
                      </a:solidFill>
                      <a:prstDash val="solid"/>
                      <a:round/>
                      <a:headEnd type="none" w="sm" len="sm"/>
                      <a:tailEnd type="none" w="sm" len="sm"/>
                    </a:lnB>
                    <a:solidFill>
                      <a:schemeClr val="dk1"/>
                    </a:solidFill>
                  </a:tcPr>
                </a:tc>
                <a:tc>
                  <a:txBody>
                    <a:bodyPr/>
                    <a:lstStyle/>
                    <a:p>
                      <a:pPr marL="0" lvl="0" indent="0" algn="l" rtl="0">
                        <a:spcBef>
                          <a:spcPts val="0"/>
                        </a:spcBef>
                        <a:spcAft>
                          <a:spcPts val="0"/>
                        </a:spcAft>
                        <a:buNone/>
                      </a:pPr>
                      <a:r>
                        <a:rPr lang="en-US" dirty="0"/>
                        <a:t>None</a:t>
                      </a:r>
                      <a:endParaRPr dirty="0"/>
                    </a:p>
                  </a:txBody>
                  <a:tcPr marL="91425" marR="91425" marT="91425" marB="91425" anchor="ctr">
                    <a:lnL w="19050" cap="flat" cmpd="sng" algn="ctr">
                      <a:solidFill>
                        <a:schemeClr val="accent2">
                          <a:alpha val="0"/>
                        </a:schemeClr>
                      </a:solidFill>
                      <a:prstDash val="solid"/>
                      <a:round/>
                      <a:headEnd type="none" w="sm" len="sm"/>
                      <a:tailEnd type="none" w="sm" len="sm"/>
                    </a:lnL>
                    <a:lnR w="19050" cap="flat" cmpd="sng" algn="ctr">
                      <a:solidFill>
                        <a:schemeClr val="accent2">
                          <a:alpha val="0"/>
                        </a:schemeClr>
                      </a:solidFill>
                      <a:prstDash val="solid"/>
                      <a:round/>
                      <a:headEnd type="none" w="sm" len="sm"/>
                      <a:tailEnd type="none" w="sm" len="sm"/>
                    </a:lnR>
                    <a:lnT w="19050" cap="flat" cmpd="sng" algn="ctr">
                      <a:solidFill>
                        <a:schemeClr val="accent2">
                          <a:alpha val="0"/>
                        </a:schemeClr>
                      </a:solidFill>
                      <a:prstDash val="solid"/>
                      <a:round/>
                      <a:headEnd type="none" w="sm" len="sm"/>
                      <a:tailEnd type="none" w="sm" len="sm"/>
                    </a:lnT>
                    <a:lnB w="19050" cap="flat" cmpd="sng">
                      <a:solidFill>
                        <a:schemeClr val="accent2">
                          <a:alpha val="0"/>
                        </a:schemeClr>
                      </a:solidFill>
                      <a:prstDash val="solid"/>
                      <a:round/>
                      <a:headEnd type="none" w="sm" len="sm"/>
                      <a:tailEnd type="none" w="sm" len="sm"/>
                    </a:lnB>
                    <a:solidFill>
                      <a:schemeClr val="bg1"/>
                    </a:solidFill>
                  </a:tcPr>
                </a:tc>
                <a:extLst>
                  <a:ext uri="{0D108BD9-81ED-4DB2-BD59-A6C34878D82A}">
                    <a16:rowId xmlns:a16="http://schemas.microsoft.com/office/drawing/2014/main" val="370710380"/>
                  </a:ext>
                </a:extLst>
              </a:tr>
            </a:tbl>
          </a:graphicData>
        </a:graphic>
      </p:graphicFrame>
    </p:spTree>
    <p:extLst>
      <p:ext uri="{BB962C8B-B14F-4D97-AF65-F5344CB8AC3E}">
        <p14:creationId xmlns:p14="http://schemas.microsoft.com/office/powerpoint/2010/main" val="1841134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76">
          <a:extLst>
            <a:ext uri="{FF2B5EF4-FFF2-40B4-BE49-F238E27FC236}">
              <a16:creationId xmlns:a16="http://schemas.microsoft.com/office/drawing/2014/main" id="{1C44C0C2-4B45-B808-DAFB-797E10CD152B}"/>
            </a:ext>
          </a:extLst>
        </p:cNvPr>
        <p:cNvGrpSpPr/>
        <p:nvPr/>
      </p:nvGrpSpPr>
      <p:grpSpPr>
        <a:xfrm>
          <a:off x="0" y="0"/>
          <a:ext cx="0" cy="0"/>
          <a:chOff x="0" y="0"/>
          <a:chExt cx="0" cy="0"/>
        </a:xfrm>
      </p:grpSpPr>
      <p:sp>
        <p:nvSpPr>
          <p:cNvPr id="480" name="Google Shape;480;p41">
            <a:extLst>
              <a:ext uri="{FF2B5EF4-FFF2-40B4-BE49-F238E27FC236}">
                <a16:creationId xmlns:a16="http://schemas.microsoft.com/office/drawing/2014/main" id="{973FCA1F-63BC-34D4-F76D-51AE6DD763EE}"/>
              </a:ext>
            </a:extLst>
          </p:cNvPr>
          <p:cNvSpPr txBox="1">
            <a:spLocks noGrp="1"/>
          </p:cNvSpPr>
          <p:nvPr>
            <p:ph type="title"/>
          </p:nvPr>
        </p:nvSpPr>
        <p:spPr>
          <a:xfrm>
            <a:off x="2305200" y="281938"/>
            <a:ext cx="4533600" cy="57801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a:t>Key categorical variables</a:t>
            </a:r>
            <a:endParaRPr sz="2400" dirty="0"/>
          </a:p>
        </p:txBody>
      </p:sp>
      <p:graphicFrame>
        <p:nvGraphicFramePr>
          <p:cNvPr id="481" name="Google Shape;481;p41">
            <a:extLst>
              <a:ext uri="{FF2B5EF4-FFF2-40B4-BE49-F238E27FC236}">
                <a16:creationId xmlns:a16="http://schemas.microsoft.com/office/drawing/2014/main" id="{D1FDAFE2-AFF0-4FB1-DD99-CBAF89722F0D}"/>
              </a:ext>
            </a:extLst>
          </p:cNvPr>
          <p:cNvGraphicFramePr/>
          <p:nvPr>
            <p:extLst>
              <p:ext uri="{D42A27DB-BD31-4B8C-83A1-F6EECF244321}">
                <p14:modId xmlns:p14="http://schemas.microsoft.com/office/powerpoint/2010/main" val="2047051439"/>
              </p:ext>
            </p:extLst>
          </p:nvPr>
        </p:nvGraphicFramePr>
        <p:xfrm>
          <a:off x="563880" y="1287780"/>
          <a:ext cx="7680960" cy="3573782"/>
        </p:xfrm>
        <a:graphic>
          <a:graphicData uri="http://schemas.openxmlformats.org/drawingml/2006/table">
            <a:tbl>
              <a:tblPr>
                <a:noFill/>
                <a:tableStyleId>{12A0C23A-ACD7-475B-A5D5-AEEF82FA3BEF}</a:tableStyleId>
              </a:tblPr>
              <a:tblGrid>
                <a:gridCol w="1711344">
                  <a:extLst>
                    <a:ext uri="{9D8B030D-6E8A-4147-A177-3AD203B41FA5}">
                      <a16:colId xmlns:a16="http://schemas.microsoft.com/office/drawing/2014/main" val="20000"/>
                    </a:ext>
                  </a:extLst>
                </a:gridCol>
                <a:gridCol w="4641624">
                  <a:extLst>
                    <a:ext uri="{9D8B030D-6E8A-4147-A177-3AD203B41FA5}">
                      <a16:colId xmlns:a16="http://schemas.microsoft.com/office/drawing/2014/main" val="20002"/>
                    </a:ext>
                  </a:extLst>
                </a:gridCol>
                <a:gridCol w="1327992">
                  <a:extLst>
                    <a:ext uri="{9D8B030D-6E8A-4147-A177-3AD203B41FA5}">
                      <a16:colId xmlns:a16="http://schemas.microsoft.com/office/drawing/2014/main" val="20003"/>
                    </a:ext>
                  </a:extLst>
                </a:gridCol>
              </a:tblGrid>
              <a:tr h="671222">
                <a:tc>
                  <a:txBody>
                    <a:bodyPr/>
                    <a:lstStyle/>
                    <a:p>
                      <a:pPr marL="0" lvl="0" indent="0" algn="ctr" rtl="0">
                        <a:spcBef>
                          <a:spcPts val="0"/>
                        </a:spcBef>
                        <a:spcAft>
                          <a:spcPts val="0"/>
                        </a:spcAft>
                        <a:buNone/>
                      </a:pPr>
                      <a:endParaRPr sz="2500" dirty="0">
                        <a:solidFill>
                          <a:schemeClr val="dk1"/>
                        </a:solidFill>
                        <a:latin typeface="Bebas Neue"/>
                        <a:ea typeface="Bebas Neue"/>
                        <a:cs typeface="Bebas Neue"/>
                        <a:sym typeface="Bebas Neue"/>
                      </a:endParaRPr>
                    </a:p>
                  </a:txBody>
                  <a:tcPr marL="91425" marR="91425" marT="91425" marB="91425">
                    <a:lnL w="19050" cap="flat" cmpd="sng">
                      <a:solidFill>
                        <a:schemeClr val="accent2">
                          <a:alpha val="0"/>
                        </a:schemeClr>
                      </a:solidFill>
                      <a:prstDash val="solid"/>
                      <a:round/>
                      <a:headEnd type="none" w="sm" len="sm"/>
                      <a:tailEnd type="none" w="sm" len="sm"/>
                    </a:lnL>
                    <a:lnR w="19050" cap="flat" cmpd="sng">
                      <a:solidFill>
                        <a:schemeClr val="accent2">
                          <a:alpha val="0"/>
                        </a:schemeClr>
                      </a:solidFill>
                      <a:prstDash val="solid"/>
                      <a:round/>
                      <a:headEnd type="none" w="sm" len="sm"/>
                      <a:tailEnd type="none" w="sm" len="sm"/>
                    </a:lnR>
                    <a:lnT w="19050" cap="flat" cmpd="sng">
                      <a:solidFill>
                        <a:schemeClr val="accent2">
                          <a:alpha val="0"/>
                        </a:schemeClr>
                      </a:solidFill>
                      <a:prstDash val="solid"/>
                      <a:round/>
                      <a:headEnd type="none" w="sm" len="sm"/>
                      <a:tailEnd type="none" w="sm" len="sm"/>
                    </a:lnT>
                    <a:lnB w="19050" cap="flat" cmpd="sng">
                      <a:solidFill>
                        <a:schemeClr val="accent2">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600" b="1" dirty="0">
                          <a:solidFill>
                            <a:schemeClr val="bg1"/>
                          </a:solidFill>
                        </a:rPr>
                        <a:t>Unique Values</a:t>
                      </a:r>
                      <a:endParaRPr sz="1600" b="1" dirty="0">
                        <a:solidFill>
                          <a:schemeClr val="bg1"/>
                        </a:solidFill>
                        <a:latin typeface="Bebas Neue"/>
                        <a:ea typeface="Bebas Neue"/>
                        <a:cs typeface="Bebas Neue"/>
                        <a:sym typeface="Bebas Neue"/>
                      </a:endParaRPr>
                    </a:p>
                  </a:txBody>
                  <a:tcPr marL="91425" marR="91425" marT="91425" marB="91425" anchor="ctr">
                    <a:lnL w="19050" cap="flat" cmpd="sng" algn="ctr">
                      <a:solidFill>
                        <a:schemeClr val="accent2">
                          <a:alpha val="0"/>
                        </a:schemeClr>
                      </a:solidFill>
                      <a:prstDash val="solid"/>
                      <a:round/>
                      <a:headEnd type="none" w="sm" len="sm"/>
                      <a:tailEnd type="none" w="sm" len="sm"/>
                    </a:lnL>
                    <a:lnR w="19050" cap="flat" cmpd="sng">
                      <a:solidFill>
                        <a:schemeClr val="accent2">
                          <a:alpha val="0"/>
                        </a:schemeClr>
                      </a:solidFill>
                      <a:prstDash val="solid"/>
                      <a:round/>
                      <a:headEnd type="none" w="sm" len="sm"/>
                      <a:tailEnd type="none" w="sm" len="sm"/>
                    </a:lnR>
                    <a:lnT w="19050" cap="flat" cmpd="sng">
                      <a:solidFill>
                        <a:schemeClr val="accent2">
                          <a:alpha val="0"/>
                        </a:schemeClr>
                      </a:solidFill>
                      <a:prstDash val="solid"/>
                      <a:round/>
                      <a:headEnd type="none" w="sm" len="sm"/>
                      <a:tailEnd type="none" w="sm" len="sm"/>
                    </a:lnT>
                    <a:lnB w="19050" cap="flat" cmpd="sng" algn="ctr">
                      <a:solidFill>
                        <a:schemeClr val="accent2">
                          <a:alpha val="0"/>
                        </a:schemeClr>
                      </a:solidFill>
                      <a:prstDash val="solid"/>
                      <a:round/>
                      <a:headEnd type="none" w="sm" len="sm"/>
                      <a:tailEnd type="none" w="sm" len="sm"/>
                    </a:lnB>
                    <a:solidFill>
                      <a:schemeClr val="dk1"/>
                    </a:solidFill>
                  </a:tcPr>
                </a:tc>
                <a:tc>
                  <a:txBody>
                    <a:bodyPr/>
                    <a:lstStyle/>
                    <a:p>
                      <a:pPr marL="0" lvl="0" indent="0" algn="ctr" rtl="0">
                        <a:spcBef>
                          <a:spcPts val="0"/>
                        </a:spcBef>
                        <a:spcAft>
                          <a:spcPts val="0"/>
                        </a:spcAft>
                        <a:buNone/>
                      </a:pPr>
                      <a:r>
                        <a:rPr lang="en-US" sz="1600" dirty="0">
                          <a:solidFill>
                            <a:schemeClr val="lt2"/>
                          </a:solidFill>
                          <a:latin typeface="Bebas Neue"/>
                          <a:ea typeface="Bebas Neue"/>
                          <a:cs typeface="Bebas Neue"/>
                          <a:sym typeface="Bebas Neue"/>
                        </a:rPr>
                        <a:t>Count</a:t>
                      </a:r>
                      <a:endParaRPr sz="1600" dirty="0">
                        <a:solidFill>
                          <a:schemeClr val="lt2"/>
                        </a:solidFill>
                        <a:latin typeface="Bebas Neue"/>
                        <a:ea typeface="Bebas Neue"/>
                        <a:cs typeface="Bebas Neue"/>
                        <a:sym typeface="Bebas Neue"/>
                      </a:endParaRPr>
                    </a:p>
                  </a:txBody>
                  <a:tcPr marL="91425" marR="91425" marT="91425" marB="91425" anchor="ctr">
                    <a:lnL w="19050" cap="flat" cmpd="sng">
                      <a:solidFill>
                        <a:schemeClr val="accent2">
                          <a:alpha val="0"/>
                        </a:schemeClr>
                      </a:solidFill>
                      <a:prstDash val="solid"/>
                      <a:round/>
                      <a:headEnd type="none" w="sm" len="sm"/>
                      <a:tailEnd type="none" w="sm" len="sm"/>
                    </a:lnL>
                    <a:lnR w="19050" cap="flat" cmpd="sng" algn="ctr">
                      <a:solidFill>
                        <a:schemeClr val="accent2">
                          <a:alpha val="0"/>
                        </a:schemeClr>
                      </a:solidFill>
                      <a:prstDash val="solid"/>
                      <a:round/>
                      <a:headEnd type="none" w="sm" len="sm"/>
                      <a:tailEnd type="none" w="sm" len="sm"/>
                    </a:lnR>
                    <a:lnT w="19050" cap="flat" cmpd="sng">
                      <a:solidFill>
                        <a:schemeClr val="accent2">
                          <a:alpha val="0"/>
                        </a:schemeClr>
                      </a:solidFill>
                      <a:prstDash val="solid"/>
                      <a:round/>
                      <a:headEnd type="none" w="sm" len="sm"/>
                      <a:tailEnd type="none" w="sm" len="sm"/>
                    </a:lnT>
                    <a:lnB w="19050" cap="flat" cmpd="sng">
                      <a:solidFill>
                        <a:schemeClr val="accent2">
                          <a:alpha val="0"/>
                        </a:scheme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580512">
                <a:tc>
                  <a:txBody>
                    <a:bodyPr/>
                    <a:lstStyle/>
                    <a:p>
                      <a:pPr marL="0" lvl="0" indent="0" algn="ctr" rtl="0">
                        <a:spcBef>
                          <a:spcPts val="0"/>
                        </a:spcBef>
                        <a:spcAft>
                          <a:spcPts val="0"/>
                        </a:spcAft>
                        <a:buNone/>
                      </a:pPr>
                      <a:r>
                        <a:rPr lang="en-US" sz="1600" dirty="0">
                          <a:solidFill>
                            <a:schemeClr val="lt1"/>
                          </a:solidFill>
                          <a:latin typeface="+mn-lt"/>
                          <a:ea typeface="Bebas Neue"/>
                          <a:cs typeface="Bebas Neue"/>
                          <a:sym typeface="Bebas Neue"/>
                        </a:rPr>
                        <a:t>Attrition</a:t>
                      </a:r>
                    </a:p>
                  </a:txBody>
                  <a:tcPr marL="91425" marR="91425" marT="91425" marB="91425">
                    <a:lnL w="19050" cap="flat" cmpd="sng">
                      <a:solidFill>
                        <a:schemeClr val="accent2">
                          <a:alpha val="0"/>
                        </a:schemeClr>
                      </a:solidFill>
                      <a:prstDash val="solid"/>
                      <a:round/>
                      <a:headEnd type="none" w="sm" len="sm"/>
                      <a:tailEnd type="none" w="sm" len="sm"/>
                    </a:lnL>
                    <a:lnR w="19050" cap="flat" cmpd="sng">
                      <a:solidFill>
                        <a:schemeClr val="accent2">
                          <a:alpha val="0"/>
                        </a:schemeClr>
                      </a:solidFill>
                      <a:prstDash val="solid"/>
                      <a:round/>
                      <a:headEnd type="none" w="sm" len="sm"/>
                      <a:tailEnd type="none" w="sm" len="sm"/>
                    </a:lnR>
                    <a:lnT w="19050" cap="flat" cmpd="sng">
                      <a:solidFill>
                        <a:schemeClr val="accent2">
                          <a:alpha val="0"/>
                        </a:schemeClr>
                      </a:solidFill>
                      <a:prstDash val="solid"/>
                      <a:round/>
                      <a:headEnd type="none" w="sm" len="sm"/>
                      <a:tailEnd type="none" w="sm" len="sm"/>
                    </a:lnT>
                    <a:lnB w="19050" cap="flat" cmpd="sng">
                      <a:solidFill>
                        <a:schemeClr val="accent2">
                          <a:alpha val="0"/>
                        </a:schemeClr>
                      </a:solidFill>
                      <a:prstDash val="solid"/>
                      <a:round/>
                      <a:headEnd type="none" w="sm" len="sm"/>
                      <a:tailEnd type="none" w="sm" len="sm"/>
                    </a:lnB>
                    <a:solidFill>
                      <a:schemeClr val="dk1"/>
                    </a:solidFill>
                  </a:tcPr>
                </a:tc>
                <a:tc>
                  <a:txBody>
                    <a:bodyPr/>
                    <a:lstStyle/>
                    <a:p>
                      <a:pPr marL="0" lvl="0" indent="0" algn="ctr" rtl="0">
                        <a:spcBef>
                          <a:spcPts val="0"/>
                        </a:spcBef>
                        <a:spcAft>
                          <a:spcPts val="0"/>
                        </a:spcAft>
                        <a:buNone/>
                      </a:pPr>
                      <a:r>
                        <a:rPr lang="en-US" dirty="0"/>
                        <a:t>['Yes', 'No']</a:t>
                      </a:r>
                      <a:endParaRPr dirty="0"/>
                    </a:p>
                  </a:txBody>
                  <a:tcPr marL="91425" marR="91425" marT="91425" marB="91425" anchor="ctr">
                    <a:lnL w="19050" cap="flat" cmpd="sng" algn="ctr">
                      <a:solidFill>
                        <a:schemeClr val="accent2">
                          <a:alpha val="0"/>
                        </a:schemeClr>
                      </a:solidFill>
                      <a:prstDash val="solid"/>
                      <a:round/>
                      <a:headEnd type="none" w="sm" len="sm"/>
                      <a:tailEnd type="none" w="sm" len="sm"/>
                    </a:lnL>
                    <a:lnR w="19050" cap="flat" cmpd="sng">
                      <a:solidFill>
                        <a:schemeClr val="accent2">
                          <a:alpha val="0"/>
                        </a:schemeClr>
                      </a:solidFill>
                      <a:prstDash val="solid"/>
                      <a:round/>
                      <a:headEnd type="none" w="sm" len="sm"/>
                      <a:tailEnd type="none" w="sm" len="sm"/>
                    </a:lnR>
                    <a:lnT w="19050" cap="flat" cmpd="sng" algn="ctr">
                      <a:solidFill>
                        <a:schemeClr val="accent2">
                          <a:alpha val="0"/>
                        </a:schemeClr>
                      </a:solidFill>
                      <a:prstDash val="solid"/>
                      <a:round/>
                      <a:headEnd type="none" w="sm" len="sm"/>
                      <a:tailEnd type="none" w="sm" len="sm"/>
                    </a:lnT>
                    <a:lnB w="19050" cap="flat" cmpd="sng" algn="ctr">
                      <a:solidFill>
                        <a:schemeClr val="accent2">
                          <a:alpha val="0"/>
                        </a:schemeClr>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US" dirty="0"/>
                        <a:t>2</a:t>
                      </a:r>
                      <a:endParaRPr dirty="0"/>
                    </a:p>
                  </a:txBody>
                  <a:tcPr marL="91425" marR="91425" marT="91425" marB="91425" anchor="ctr">
                    <a:lnL w="19050" cap="flat" cmpd="sng">
                      <a:solidFill>
                        <a:schemeClr val="accent2">
                          <a:alpha val="0"/>
                        </a:schemeClr>
                      </a:solidFill>
                      <a:prstDash val="solid"/>
                      <a:round/>
                      <a:headEnd type="none" w="sm" len="sm"/>
                      <a:tailEnd type="none" w="sm" len="sm"/>
                    </a:lnL>
                    <a:lnR w="19050" cap="flat" cmpd="sng" algn="ctr">
                      <a:solidFill>
                        <a:schemeClr val="accent2">
                          <a:alpha val="0"/>
                        </a:schemeClr>
                      </a:solidFill>
                      <a:prstDash val="solid"/>
                      <a:round/>
                      <a:headEnd type="none" w="sm" len="sm"/>
                      <a:tailEnd type="none" w="sm" len="sm"/>
                    </a:lnR>
                    <a:lnT w="19050" cap="flat" cmpd="sng">
                      <a:solidFill>
                        <a:schemeClr val="accent2">
                          <a:alpha val="0"/>
                        </a:schemeClr>
                      </a:solidFill>
                      <a:prstDash val="solid"/>
                      <a:round/>
                      <a:headEnd type="none" w="sm" len="sm"/>
                      <a:tailEnd type="none" w="sm" len="sm"/>
                    </a:lnT>
                    <a:lnB w="19050" cap="flat" cmpd="sng">
                      <a:solidFill>
                        <a:schemeClr val="accent2">
                          <a:alpha val="0"/>
                        </a:scheme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580512">
                <a:tc>
                  <a:txBody>
                    <a:bodyPr/>
                    <a:lstStyle/>
                    <a:p>
                      <a:pPr marL="0" lvl="0" indent="0" algn="ctr" rtl="0">
                        <a:spcBef>
                          <a:spcPts val="0"/>
                        </a:spcBef>
                        <a:spcAft>
                          <a:spcPts val="0"/>
                        </a:spcAft>
                        <a:buNone/>
                      </a:pPr>
                      <a:r>
                        <a:rPr lang="en-US" sz="1600" dirty="0">
                          <a:solidFill>
                            <a:schemeClr val="lt1"/>
                          </a:solidFill>
                          <a:latin typeface="+mn-lt"/>
                          <a:ea typeface="Bebas Neue"/>
                          <a:cs typeface="Bebas Neue"/>
                          <a:sym typeface="Bebas Neue"/>
                        </a:rPr>
                        <a:t>Business travel</a:t>
                      </a:r>
                    </a:p>
                  </a:txBody>
                  <a:tcPr marL="91425" marR="91425" marT="91425" marB="91425">
                    <a:lnL w="19050" cap="flat" cmpd="sng">
                      <a:solidFill>
                        <a:schemeClr val="accent2">
                          <a:alpha val="0"/>
                        </a:schemeClr>
                      </a:solidFill>
                      <a:prstDash val="solid"/>
                      <a:round/>
                      <a:headEnd type="none" w="sm" len="sm"/>
                      <a:tailEnd type="none" w="sm" len="sm"/>
                    </a:lnL>
                    <a:lnR w="19050" cap="flat" cmpd="sng">
                      <a:solidFill>
                        <a:schemeClr val="accent2">
                          <a:alpha val="0"/>
                        </a:schemeClr>
                      </a:solidFill>
                      <a:prstDash val="solid"/>
                      <a:round/>
                      <a:headEnd type="none" w="sm" len="sm"/>
                      <a:tailEnd type="none" w="sm" len="sm"/>
                    </a:lnR>
                    <a:lnT w="19050" cap="flat" cmpd="sng">
                      <a:solidFill>
                        <a:schemeClr val="accent2">
                          <a:alpha val="0"/>
                        </a:schemeClr>
                      </a:solidFill>
                      <a:prstDash val="solid"/>
                      <a:round/>
                      <a:headEnd type="none" w="sm" len="sm"/>
                      <a:tailEnd type="none" w="sm" len="sm"/>
                    </a:lnT>
                    <a:lnB w="19050" cap="flat" cmpd="sng">
                      <a:solidFill>
                        <a:schemeClr val="accent2">
                          <a:alpha val="0"/>
                        </a:schemeClr>
                      </a:solidFill>
                      <a:prstDash val="solid"/>
                      <a:round/>
                      <a:headEnd type="none" w="sm" len="sm"/>
                      <a:tailEnd type="none" w="sm" len="sm"/>
                    </a:lnB>
                    <a:solidFill>
                      <a:schemeClr val="dk1"/>
                    </a:solidFill>
                  </a:tcPr>
                </a:tc>
                <a:tc>
                  <a:txBody>
                    <a:bodyPr/>
                    <a:lstStyle/>
                    <a:p>
                      <a:pPr marL="0" lvl="0" indent="0" algn="ctr" rtl="0">
                        <a:spcBef>
                          <a:spcPts val="0"/>
                        </a:spcBef>
                        <a:spcAft>
                          <a:spcPts val="0"/>
                        </a:spcAft>
                        <a:buNone/>
                      </a:pPr>
                      <a:r>
                        <a:rPr lang="en-US" dirty="0"/>
                        <a:t>['Travel_Rarely', 'Travel_Frequently', 'Non-Travel']</a:t>
                      </a:r>
                      <a:endParaRPr dirty="0"/>
                    </a:p>
                  </a:txBody>
                  <a:tcPr marL="91425" marR="91425" marT="91425" marB="91425" anchor="ctr">
                    <a:lnL w="19050" cap="flat" cmpd="sng" algn="ctr">
                      <a:solidFill>
                        <a:schemeClr val="accent2">
                          <a:alpha val="0"/>
                        </a:schemeClr>
                      </a:solidFill>
                      <a:prstDash val="solid"/>
                      <a:round/>
                      <a:headEnd type="none" w="sm" len="sm"/>
                      <a:tailEnd type="none" w="sm" len="sm"/>
                    </a:lnL>
                    <a:lnR w="19050" cap="flat" cmpd="sng">
                      <a:solidFill>
                        <a:schemeClr val="accent2">
                          <a:alpha val="0"/>
                        </a:schemeClr>
                      </a:solidFill>
                      <a:prstDash val="solid"/>
                      <a:round/>
                      <a:headEnd type="none" w="sm" len="sm"/>
                      <a:tailEnd type="none" w="sm" len="sm"/>
                    </a:lnR>
                    <a:lnT w="19050" cap="flat" cmpd="sng" algn="ctr">
                      <a:solidFill>
                        <a:schemeClr val="accent2">
                          <a:alpha val="0"/>
                        </a:schemeClr>
                      </a:solidFill>
                      <a:prstDash val="solid"/>
                      <a:round/>
                      <a:headEnd type="none" w="sm" len="sm"/>
                      <a:tailEnd type="none" w="sm" len="sm"/>
                    </a:lnT>
                    <a:lnB w="19050" cap="flat" cmpd="sng" algn="ctr">
                      <a:solidFill>
                        <a:schemeClr val="accent2">
                          <a:alpha val="0"/>
                        </a:schemeClr>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US" dirty="0"/>
                        <a:t>3</a:t>
                      </a:r>
                      <a:endParaRPr dirty="0"/>
                    </a:p>
                  </a:txBody>
                  <a:tcPr marL="91425" marR="91425" marT="91425" marB="91425" anchor="ctr">
                    <a:lnL w="19050" cap="flat" cmpd="sng">
                      <a:solidFill>
                        <a:schemeClr val="accent2">
                          <a:alpha val="0"/>
                        </a:schemeClr>
                      </a:solidFill>
                      <a:prstDash val="solid"/>
                      <a:round/>
                      <a:headEnd type="none" w="sm" len="sm"/>
                      <a:tailEnd type="none" w="sm" len="sm"/>
                    </a:lnL>
                    <a:lnR w="19050" cap="flat" cmpd="sng" algn="ctr">
                      <a:solidFill>
                        <a:schemeClr val="accent2">
                          <a:alpha val="0"/>
                        </a:schemeClr>
                      </a:solidFill>
                      <a:prstDash val="solid"/>
                      <a:round/>
                      <a:headEnd type="none" w="sm" len="sm"/>
                      <a:tailEnd type="none" w="sm" len="sm"/>
                    </a:lnR>
                    <a:lnT w="19050" cap="flat" cmpd="sng">
                      <a:solidFill>
                        <a:schemeClr val="accent2">
                          <a:alpha val="0"/>
                        </a:schemeClr>
                      </a:solidFill>
                      <a:prstDash val="solid"/>
                      <a:round/>
                      <a:headEnd type="none" w="sm" len="sm"/>
                      <a:tailEnd type="none" w="sm" len="sm"/>
                    </a:lnT>
                    <a:lnB w="19050" cap="flat" cmpd="sng">
                      <a:solidFill>
                        <a:schemeClr val="accent2">
                          <a:alpha val="0"/>
                        </a:schemeClr>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r h="580512">
                <a:tc>
                  <a:txBody>
                    <a:bodyPr/>
                    <a:lstStyle/>
                    <a:p>
                      <a:pPr marL="0" lvl="0" indent="0" algn="ctr" rtl="0">
                        <a:spcBef>
                          <a:spcPts val="0"/>
                        </a:spcBef>
                        <a:spcAft>
                          <a:spcPts val="0"/>
                        </a:spcAft>
                        <a:buNone/>
                      </a:pPr>
                      <a:r>
                        <a:rPr lang="en-US" sz="1600" dirty="0">
                          <a:solidFill>
                            <a:schemeClr val="lt1"/>
                          </a:solidFill>
                          <a:latin typeface="+mn-lt"/>
                          <a:ea typeface="Bebas Neue"/>
                          <a:cs typeface="Bebas Neue"/>
                          <a:sym typeface="Bebas Neue"/>
                        </a:rPr>
                        <a:t>Department</a:t>
                      </a:r>
                    </a:p>
                  </a:txBody>
                  <a:tcPr marL="91425" marR="91425" marT="91425" marB="91425">
                    <a:lnL w="19050" cap="flat" cmpd="sng">
                      <a:solidFill>
                        <a:schemeClr val="accent2">
                          <a:alpha val="0"/>
                        </a:schemeClr>
                      </a:solidFill>
                      <a:prstDash val="solid"/>
                      <a:round/>
                      <a:headEnd type="none" w="sm" len="sm"/>
                      <a:tailEnd type="none" w="sm" len="sm"/>
                    </a:lnL>
                    <a:lnR w="19050" cap="flat" cmpd="sng">
                      <a:solidFill>
                        <a:schemeClr val="accent2">
                          <a:alpha val="0"/>
                        </a:schemeClr>
                      </a:solidFill>
                      <a:prstDash val="solid"/>
                      <a:round/>
                      <a:headEnd type="none" w="sm" len="sm"/>
                      <a:tailEnd type="none" w="sm" len="sm"/>
                    </a:lnR>
                    <a:lnT w="19050" cap="flat" cmpd="sng">
                      <a:solidFill>
                        <a:schemeClr val="accent2">
                          <a:alpha val="0"/>
                        </a:schemeClr>
                      </a:solidFill>
                      <a:prstDash val="solid"/>
                      <a:round/>
                      <a:headEnd type="none" w="sm" len="sm"/>
                      <a:tailEnd type="none" w="sm" len="sm"/>
                    </a:lnT>
                    <a:lnB w="19050" cap="flat" cmpd="sng" algn="ctr">
                      <a:solidFill>
                        <a:schemeClr val="accent2">
                          <a:alpha val="0"/>
                        </a:schemeClr>
                      </a:solidFill>
                      <a:prstDash val="solid"/>
                      <a:round/>
                      <a:headEnd type="none" w="sm" len="sm"/>
                      <a:tailEnd type="none" w="sm" len="sm"/>
                    </a:lnB>
                    <a:solidFill>
                      <a:schemeClr val="dk1"/>
                    </a:solidFill>
                  </a:tcPr>
                </a:tc>
                <a:tc>
                  <a:txBody>
                    <a:bodyPr/>
                    <a:lstStyle/>
                    <a:p>
                      <a:pPr marL="0" lvl="0" indent="0" algn="ctr" rtl="0">
                        <a:spcBef>
                          <a:spcPts val="0"/>
                        </a:spcBef>
                        <a:spcAft>
                          <a:spcPts val="0"/>
                        </a:spcAft>
                        <a:buNone/>
                      </a:pPr>
                      <a:r>
                        <a:rPr lang="en-US" dirty="0"/>
                        <a:t>['Sales', 'R&amp;D', 'HR']</a:t>
                      </a:r>
                      <a:endParaRPr dirty="0"/>
                    </a:p>
                  </a:txBody>
                  <a:tcPr marL="91425" marR="91425" marT="91425" marB="91425" anchor="ctr">
                    <a:lnL w="19050" cap="flat" cmpd="sng" algn="ctr">
                      <a:solidFill>
                        <a:schemeClr val="accent2">
                          <a:alpha val="0"/>
                        </a:schemeClr>
                      </a:solidFill>
                      <a:prstDash val="solid"/>
                      <a:round/>
                      <a:headEnd type="none" w="sm" len="sm"/>
                      <a:tailEnd type="none" w="sm" len="sm"/>
                    </a:lnL>
                    <a:lnR w="19050" cap="flat" cmpd="sng">
                      <a:solidFill>
                        <a:schemeClr val="accent2">
                          <a:alpha val="0"/>
                        </a:schemeClr>
                      </a:solidFill>
                      <a:prstDash val="solid"/>
                      <a:round/>
                      <a:headEnd type="none" w="sm" len="sm"/>
                      <a:tailEnd type="none" w="sm" len="sm"/>
                    </a:lnR>
                    <a:lnT w="19050" cap="flat" cmpd="sng" algn="ctr">
                      <a:solidFill>
                        <a:schemeClr val="accent2">
                          <a:alpha val="0"/>
                        </a:schemeClr>
                      </a:solidFill>
                      <a:prstDash val="solid"/>
                      <a:round/>
                      <a:headEnd type="none" w="sm" len="sm"/>
                      <a:tailEnd type="none" w="sm" len="sm"/>
                    </a:lnT>
                    <a:lnB w="19050" cap="flat" cmpd="sng" algn="ctr">
                      <a:solidFill>
                        <a:schemeClr val="accent2">
                          <a:alpha val="0"/>
                        </a:schemeClr>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US" dirty="0"/>
                        <a:t>3</a:t>
                      </a:r>
                      <a:endParaRPr dirty="0"/>
                    </a:p>
                  </a:txBody>
                  <a:tcPr marL="91425" marR="91425" marT="91425" marB="91425" anchor="ctr">
                    <a:lnL w="19050" cap="flat" cmpd="sng">
                      <a:solidFill>
                        <a:schemeClr val="accent2">
                          <a:alpha val="0"/>
                        </a:schemeClr>
                      </a:solidFill>
                      <a:prstDash val="solid"/>
                      <a:round/>
                      <a:headEnd type="none" w="sm" len="sm"/>
                      <a:tailEnd type="none" w="sm" len="sm"/>
                    </a:lnL>
                    <a:lnR w="19050" cap="flat" cmpd="sng" algn="ctr">
                      <a:solidFill>
                        <a:schemeClr val="accent2">
                          <a:alpha val="0"/>
                        </a:schemeClr>
                      </a:solidFill>
                      <a:prstDash val="solid"/>
                      <a:round/>
                      <a:headEnd type="none" w="sm" len="sm"/>
                      <a:tailEnd type="none" w="sm" len="sm"/>
                    </a:lnR>
                    <a:lnT w="19050" cap="flat" cmpd="sng">
                      <a:solidFill>
                        <a:schemeClr val="accent2">
                          <a:alpha val="0"/>
                        </a:schemeClr>
                      </a:solidFill>
                      <a:prstDash val="solid"/>
                      <a:round/>
                      <a:headEnd type="none" w="sm" len="sm"/>
                      <a:tailEnd type="none" w="sm" len="sm"/>
                    </a:lnT>
                    <a:lnB w="19050" cap="flat" cmpd="sng" algn="ctr">
                      <a:solidFill>
                        <a:schemeClr val="accent2">
                          <a:alpha val="0"/>
                        </a:schemeClr>
                      </a:solidFill>
                      <a:prstDash val="solid"/>
                      <a:round/>
                      <a:headEnd type="none" w="sm" len="sm"/>
                      <a:tailEnd type="none" w="sm" len="sm"/>
                    </a:lnB>
                    <a:solidFill>
                      <a:schemeClr val="bg1"/>
                    </a:solidFill>
                  </a:tcPr>
                </a:tc>
                <a:extLst>
                  <a:ext uri="{0D108BD9-81ED-4DB2-BD59-A6C34878D82A}">
                    <a16:rowId xmlns:a16="http://schemas.microsoft.com/office/drawing/2014/main" val="10003"/>
                  </a:ext>
                </a:extLst>
              </a:tr>
              <a:tr h="580512">
                <a:tc>
                  <a:txBody>
                    <a:bodyPr/>
                    <a:lstStyle/>
                    <a:p>
                      <a:pPr marL="0" lvl="0" indent="0" algn="ctr" rtl="0">
                        <a:spcBef>
                          <a:spcPts val="0"/>
                        </a:spcBef>
                        <a:spcAft>
                          <a:spcPts val="0"/>
                        </a:spcAft>
                        <a:buNone/>
                      </a:pPr>
                      <a:r>
                        <a:rPr lang="en-US" sz="1600" dirty="0">
                          <a:solidFill>
                            <a:schemeClr val="lt1"/>
                          </a:solidFill>
                          <a:latin typeface="+mn-lt"/>
                          <a:ea typeface="Bebas Neue"/>
                          <a:cs typeface="Bebas Neue"/>
                          <a:sym typeface="Bebas Neue"/>
                        </a:rPr>
                        <a:t>Marital status</a:t>
                      </a:r>
                      <a:endParaRPr sz="1600" dirty="0">
                        <a:solidFill>
                          <a:schemeClr val="lt1"/>
                        </a:solidFill>
                        <a:latin typeface="+mn-lt"/>
                        <a:ea typeface="Bebas Neue"/>
                        <a:cs typeface="Bebas Neue"/>
                        <a:sym typeface="Bebas Neue"/>
                      </a:endParaRPr>
                    </a:p>
                  </a:txBody>
                  <a:tcPr marL="91425" marR="91425" marT="91425" marB="91425">
                    <a:lnL w="19050" cap="flat" cmpd="sng">
                      <a:solidFill>
                        <a:schemeClr val="accent2">
                          <a:alpha val="0"/>
                        </a:schemeClr>
                      </a:solidFill>
                      <a:prstDash val="solid"/>
                      <a:round/>
                      <a:headEnd type="none" w="sm" len="sm"/>
                      <a:tailEnd type="none" w="sm" len="sm"/>
                    </a:lnL>
                    <a:lnR w="19050" cap="flat" cmpd="sng" algn="ctr">
                      <a:solidFill>
                        <a:schemeClr val="accent2">
                          <a:alpha val="0"/>
                        </a:schemeClr>
                      </a:solidFill>
                      <a:prstDash val="solid"/>
                      <a:round/>
                      <a:headEnd type="none" w="sm" len="sm"/>
                      <a:tailEnd type="none" w="sm" len="sm"/>
                    </a:lnR>
                    <a:lnT w="19050" cap="flat" cmpd="sng" algn="ctr">
                      <a:solidFill>
                        <a:schemeClr val="accent2">
                          <a:alpha val="0"/>
                        </a:schemeClr>
                      </a:solidFill>
                      <a:prstDash val="solid"/>
                      <a:round/>
                      <a:headEnd type="none" w="sm" len="sm"/>
                      <a:tailEnd type="none" w="sm" len="sm"/>
                    </a:lnT>
                    <a:lnB w="19050" cap="flat" cmpd="sng" algn="ctr">
                      <a:solidFill>
                        <a:schemeClr val="accent2">
                          <a:alpha val="0"/>
                        </a:schemeClr>
                      </a:solidFill>
                      <a:prstDash val="solid"/>
                      <a:round/>
                      <a:headEnd type="none" w="sm" len="sm"/>
                      <a:tailEnd type="none" w="sm" len="sm"/>
                    </a:lnB>
                    <a:solidFill>
                      <a:schemeClr val="dk1"/>
                    </a:solidFill>
                  </a:tcPr>
                </a:tc>
                <a:tc>
                  <a:txBody>
                    <a:bodyPr/>
                    <a:lstStyle/>
                    <a:p>
                      <a:pPr marL="0" lvl="0" indent="0" algn="ctr" rtl="0">
                        <a:spcBef>
                          <a:spcPts val="0"/>
                        </a:spcBef>
                        <a:spcAft>
                          <a:spcPts val="0"/>
                        </a:spcAft>
                        <a:buNone/>
                      </a:pPr>
                      <a:r>
                        <a:rPr lang="en-US" dirty="0"/>
                        <a:t>['Single', 'Married', 'Divorced']</a:t>
                      </a:r>
                      <a:endParaRPr dirty="0"/>
                    </a:p>
                  </a:txBody>
                  <a:tcPr marL="91425" marR="91425" marT="91425" marB="91425" anchor="ctr">
                    <a:lnL w="19050" cap="flat" cmpd="sng" algn="ctr">
                      <a:solidFill>
                        <a:schemeClr val="accent2">
                          <a:alpha val="0"/>
                        </a:schemeClr>
                      </a:solidFill>
                      <a:prstDash val="solid"/>
                      <a:round/>
                      <a:headEnd type="none" w="sm" len="sm"/>
                      <a:tailEnd type="none" w="sm" len="sm"/>
                    </a:lnL>
                    <a:lnR w="19050" cap="flat" cmpd="sng" algn="ctr">
                      <a:solidFill>
                        <a:schemeClr val="accent2">
                          <a:alpha val="0"/>
                        </a:schemeClr>
                      </a:solidFill>
                      <a:prstDash val="solid"/>
                      <a:round/>
                      <a:headEnd type="none" w="sm" len="sm"/>
                      <a:tailEnd type="none" w="sm" len="sm"/>
                    </a:lnR>
                    <a:lnT w="19050" cap="flat" cmpd="sng" algn="ctr">
                      <a:solidFill>
                        <a:schemeClr val="accent2">
                          <a:alpha val="0"/>
                        </a:schemeClr>
                      </a:solidFill>
                      <a:prstDash val="solid"/>
                      <a:round/>
                      <a:headEnd type="none" w="sm" len="sm"/>
                      <a:tailEnd type="none" w="sm" len="sm"/>
                    </a:lnT>
                    <a:lnB w="19050" cap="flat" cmpd="sng" algn="ctr">
                      <a:solidFill>
                        <a:schemeClr val="accent2">
                          <a:alpha val="0"/>
                        </a:schemeClr>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US" dirty="0"/>
                        <a:t>3</a:t>
                      </a:r>
                      <a:endParaRPr dirty="0"/>
                    </a:p>
                  </a:txBody>
                  <a:tcPr marL="91425" marR="91425" marT="91425" marB="91425" anchor="ctr">
                    <a:lnL w="19050" cap="flat" cmpd="sng" algn="ctr">
                      <a:solidFill>
                        <a:schemeClr val="accent2">
                          <a:alpha val="0"/>
                        </a:schemeClr>
                      </a:solidFill>
                      <a:prstDash val="solid"/>
                      <a:round/>
                      <a:headEnd type="none" w="sm" len="sm"/>
                      <a:tailEnd type="none" w="sm" len="sm"/>
                    </a:lnL>
                    <a:lnR w="19050" cap="flat" cmpd="sng" algn="ctr">
                      <a:solidFill>
                        <a:schemeClr val="accent2">
                          <a:alpha val="0"/>
                        </a:schemeClr>
                      </a:solidFill>
                      <a:prstDash val="solid"/>
                      <a:round/>
                      <a:headEnd type="none" w="sm" len="sm"/>
                      <a:tailEnd type="none" w="sm" len="sm"/>
                    </a:lnR>
                    <a:lnT w="19050" cap="flat" cmpd="sng" algn="ctr">
                      <a:solidFill>
                        <a:schemeClr val="accent2">
                          <a:alpha val="0"/>
                        </a:schemeClr>
                      </a:solidFill>
                      <a:prstDash val="solid"/>
                      <a:round/>
                      <a:headEnd type="none" w="sm" len="sm"/>
                      <a:tailEnd type="none" w="sm" len="sm"/>
                    </a:lnT>
                    <a:lnB w="19050" cap="flat" cmpd="sng" algn="ctr">
                      <a:solidFill>
                        <a:schemeClr val="accent2">
                          <a:alpha val="0"/>
                        </a:schemeClr>
                      </a:solidFill>
                      <a:prstDash val="solid"/>
                      <a:round/>
                      <a:headEnd type="none" w="sm" len="sm"/>
                      <a:tailEnd type="none" w="sm" len="sm"/>
                    </a:lnB>
                    <a:solidFill>
                      <a:schemeClr val="bg1"/>
                    </a:solidFill>
                  </a:tcPr>
                </a:tc>
                <a:extLst>
                  <a:ext uri="{0D108BD9-81ED-4DB2-BD59-A6C34878D82A}">
                    <a16:rowId xmlns:a16="http://schemas.microsoft.com/office/drawing/2014/main" val="3531735261"/>
                  </a:ext>
                </a:extLst>
              </a:tr>
              <a:tr h="580512">
                <a:tc>
                  <a:txBody>
                    <a:bodyPr/>
                    <a:lstStyle/>
                    <a:p>
                      <a:pPr marL="0" lvl="0" indent="0" algn="ctr" rtl="0">
                        <a:spcBef>
                          <a:spcPts val="0"/>
                        </a:spcBef>
                        <a:spcAft>
                          <a:spcPts val="0"/>
                        </a:spcAft>
                        <a:buNone/>
                      </a:pPr>
                      <a:r>
                        <a:rPr lang="en-US" sz="1600" dirty="0">
                          <a:solidFill>
                            <a:schemeClr val="lt1"/>
                          </a:solidFill>
                          <a:latin typeface="+mn-lt"/>
                          <a:ea typeface="Bebas Neue"/>
                          <a:cs typeface="Bebas Neue"/>
                          <a:sym typeface="Bebas Neue"/>
                        </a:rPr>
                        <a:t>Overtime</a:t>
                      </a:r>
                      <a:endParaRPr sz="1600" dirty="0">
                        <a:solidFill>
                          <a:schemeClr val="lt1"/>
                        </a:solidFill>
                        <a:latin typeface="+mn-lt"/>
                        <a:ea typeface="Bebas Neue"/>
                        <a:cs typeface="Bebas Neue"/>
                        <a:sym typeface="Bebas Neue"/>
                      </a:endParaRPr>
                    </a:p>
                  </a:txBody>
                  <a:tcPr marL="91425" marR="91425" marT="91425" marB="91425">
                    <a:lnL w="19050" cap="flat" cmpd="sng">
                      <a:solidFill>
                        <a:schemeClr val="accent2">
                          <a:alpha val="0"/>
                        </a:schemeClr>
                      </a:solidFill>
                      <a:prstDash val="solid"/>
                      <a:round/>
                      <a:headEnd type="none" w="sm" len="sm"/>
                      <a:tailEnd type="none" w="sm" len="sm"/>
                    </a:lnL>
                    <a:lnR w="19050" cap="flat" cmpd="sng" algn="ctr">
                      <a:solidFill>
                        <a:schemeClr val="accent2">
                          <a:alpha val="0"/>
                        </a:schemeClr>
                      </a:solidFill>
                      <a:prstDash val="solid"/>
                      <a:round/>
                      <a:headEnd type="none" w="sm" len="sm"/>
                      <a:tailEnd type="none" w="sm" len="sm"/>
                    </a:lnR>
                    <a:lnT w="19050" cap="flat" cmpd="sng" algn="ctr">
                      <a:solidFill>
                        <a:schemeClr val="accent2">
                          <a:alpha val="0"/>
                        </a:schemeClr>
                      </a:solidFill>
                      <a:prstDash val="solid"/>
                      <a:round/>
                      <a:headEnd type="none" w="sm" len="sm"/>
                      <a:tailEnd type="none" w="sm" len="sm"/>
                    </a:lnT>
                    <a:lnB w="19050" cap="flat" cmpd="sng">
                      <a:solidFill>
                        <a:schemeClr val="accent2">
                          <a:alpha val="0"/>
                        </a:schemeClr>
                      </a:solidFill>
                      <a:prstDash val="solid"/>
                      <a:round/>
                      <a:headEnd type="none" w="sm" len="sm"/>
                      <a:tailEnd type="none" w="sm" len="sm"/>
                    </a:lnB>
                    <a:solidFill>
                      <a:schemeClr val="dk1"/>
                    </a:solidFill>
                  </a:tcPr>
                </a:tc>
                <a:tc>
                  <a:txBody>
                    <a:bodyPr/>
                    <a:lstStyle/>
                    <a:p>
                      <a:pPr marL="0" lvl="0" indent="0" algn="ctr" rtl="0">
                        <a:spcBef>
                          <a:spcPts val="0"/>
                        </a:spcBef>
                        <a:spcAft>
                          <a:spcPts val="0"/>
                        </a:spcAft>
                        <a:buNone/>
                      </a:pPr>
                      <a:r>
                        <a:rPr lang="en-US" dirty="0"/>
                        <a:t>['Yes', 'No']</a:t>
                      </a:r>
                      <a:endParaRPr dirty="0"/>
                    </a:p>
                  </a:txBody>
                  <a:tcPr marL="91425" marR="91425" marT="91425" marB="91425" anchor="ctr">
                    <a:lnL w="19050" cap="flat" cmpd="sng" algn="ctr">
                      <a:solidFill>
                        <a:schemeClr val="accent2">
                          <a:alpha val="0"/>
                        </a:schemeClr>
                      </a:solidFill>
                      <a:prstDash val="solid"/>
                      <a:round/>
                      <a:headEnd type="none" w="sm" len="sm"/>
                      <a:tailEnd type="none" w="sm" len="sm"/>
                    </a:lnL>
                    <a:lnR w="19050" cap="flat" cmpd="sng" algn="ctr">
                      <a:solidFill>
                        <a:schemeClr val="accent2">
                          <a:alpha val="0"/>
                        </a:schemeClr>
                      </a:solidFill>
                      <a:prstDash val="solid"/>
                      <a:round/>
                      <a:headEnd type="none" w="sm" len="sm"/>
                      <a:tailEnd type="none" w="sm" len="sm"/>
                    </a:lnR>
                    <a:lnT w="19050" cap="flat" cmpd="sng" algn="ctr">
                      <a:solidFill>
                        <a:schemeClr val="accent2">
                          <a:alpha val="0"/>
                        </a:schemeClr>
                      </a:solidFill>
                      <a:prstDash val="solid"/>
                      <a:round/>
                      <a:headEnd type="none" w="sm" len="sm"/>
                      <a:tailEnd type="none" w="sm" len="sm"/>
                    </a:lnT>
                    <a:lnB w="19050" cap="flat" cmpd="sng">
                      <a:solidFill>
                        <a:schemeClr val="accent2">
                          <a:alpha val="0"/>
                        </a:schemeClr>
                      </a:solidFill>
                      <a:prstDash val="solid"/>
                      <a:round/>
                      <a:headEnd type="none" w="sm" len="sm"/>
                      <a:tailEnd type="none" w="sm" len="sm"/>
                    </a:lnB>
                    <a:solidFill>
                      <a:schemeClr val="bg1"/>
                    </a:solidFill>
                  </a:tcPr>
                </a:tc>
                <a:tc>
                  <a:txBody>
                    <a:bodyPr/>
                    <a:lstStyle/>
                    <a:p>
                      <a:pPr marL="0" lvl="0" indent="0" algn="ctr" rtl="0">
                        <a:spcBef>
                          <a:spcPts val="0"/>
                        </a:spcBef>
                        <a:spcAft>
                          <a:spcPts val="0"/>
                        </a:spcAft>
                        <a:buNone/>
                      </a:pPr>
                      <a:r>
                        <a:rPr lang="en-US" dirty="0"/>
                        <a:t>2</a:t>
                      </a:r>
                      <a:endParaRPr dirty="0"/>
                    </a:p>
                  </a:txBody>
                  <a:tcPr marL="91425" marR="91425" marT="91425" marB="91425" anchor="ctr">
                    <a:lnL w="19050" cap="flat" cmpd="sng" algn="ctr">
                      <a:solidFill>
                        <a:schemeClr val="accent2">
                          <a:alpha val="0"/>
                        </a:schemeClr>
                      </a:solidFill>
                      <a:prstDash val="solid"/>
                      <a:round/>
                      <a:headEnd type="none" w="sm" len="sm"/>
                      <a:tailEnd type="none" w="sm" len="sm"/>
                    </a:lnL>
                    <a:lnR w="19050" cap="flat" cmpd="sng" algn="ctr">
                      <a:solidFill>
                        <a:schemeClr val="accent2">
                          <a:alpha val="0"/>
                        </a:schemeClr>
                      </a:solidFill>
                      <a:prstDash val="solid"/>
                      <a:round/>
                      <a:headEnd type="none" w="sm" len="sm"/>
                      <a:tailEnd type="none" w="sm" len="sm"/>
                    </a:lnR>
                    <a:lnT w="19050" cap="flat" cmpd="sng" algn="ctr">
                      <a:solidFill>
                        <a:schemeClr val="accent2">
                          <a:alpha val="0"/>
                        </a:schemeClr>
                      </a:solidFill>
                      <a:prstDash val="solid"/>
                      <a:round/>
                      <a:headEnd type="none" w="sm" len="sm"/>
                      <a:tailEnd type="none" w="sm" len="sm"/>
                    </a:lnT>
                    <a:lnB w="19050" cap="flat" cmpd="sng">
                      <a:solidFill>
                        <a:schemeClr val="accent2">
                          <a:alpha val="0"/>
                        </a:schemeClr>
                      </a:solidFill>
                      <a:prstDash val="solid"/>
                      <a:round/>
                      <a:headEnd type="none" w="sm" len="sm"/>
                      <a:tailEnd type="none" w="sm" len="sm"/>
                    </a:lnB>
                    <a:solidFill>
                      <a:schemeClr val="bg1"/>
                    </a:solidFill>
                  </a:tcPr>
                </a:tc>
                <a:extLst>
                  <a:ext uri="{0D108BD9-81ED-4DB2-BD59-A6C34878D82A}">
                    <a16:rowId xmlns:a16="http://schemas.microsoft.com/office/drawing/2014/main" val="370710380"/>
                  </a:ext>
                </a:extLst>
              </a:tr>
            </a:tbl>
          </a:graphicData>
        </a:graphic>
      </p:graphicFrame>
    </p:spTree>
    <p:extLst>
      <p:ext uri="{BB962C8B-B14F-4D97-AF65-F5344CB8AC3E}">
        <p14:creationId xmlns:p14="http://schemas.microsoft.com/office/powerpoint/2010/main" val="1494223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76">
          <a:extLst>
            <a:ext uri="{FF2B5EF4-FFF2-40B4-BE49-F238E27FC236}">
              <a16:creationId xmlns:a16="http://schemas.microsoft.com/office/drawing/2014/main" id="{3A07944B-4C72-CE5B-31A9-6C1FB8AA52F6}"/>
            </a:ext>
          </a:extLst>
        </p:cNvPr>
        <p:cNvGrpSpPr/>
        <p:nvPr/>
      </p:nvGrpSpPr>
      <p:grpSpPr>
        <a:xfrm>
          <a:off x="0" y="0"/>
          <a:ext cx="0" cy="0"/>
          <a:chOff x="0" y="0"/>
          <a:chExt cx="0" cy="0"/>
        </a:xfrm>
      </p:grpSpPr>
      <p:sp>
        <p:nvSpPr>
          <p:cNvPr id="480" name="Google Shape;480;p41">
            <a:extLst>
              <a:ext uri="{FF2B5EF4-FFF2-40B4-BE49-F238E27FC236}">
                <a16:creationId xmlns:a16="http://schemas.microsoft.com/office/drawing/2014/main" id="{BFEEF200-81AC-A4A1-3CC3-709C1ACAFBA8}"/>
              </a:ext>
            </a:extLst>
          </p:cNvPr>
          <p:cNvSpPr txBox="1">
            <a:spLocks noGrp="1"/>
          </p:cNvSpPr>
          <p:nvPr>
            <p:ph type="title"/>
          </p:nvPr>
        </p:nvSpPr>
        <p:spPr>
          <a:xfrm>
            <a:off x="2305200" y="281938"/>
            <a:ext cx="4533600" cy="578018"/>
          </a:xfrm>
          <a:prstGeom prst="rect">
            <a:avLst/>
          </a:prstGeom>
        </p:spPr>
        <p:txBody>
          <a:bodyPr spcFirstLastPara="1" wrap="square" lIns="91425" tIns="91425" rIns="91425" bIns="91425" anchor="t" anchorCtr="0">
            <a:noAutofit/>
          </a:bodyPr>
          <a:lstStyle/>
          <a:p>
            <a:r>
              <a:rPr lang="en-US" sz="2000" b="1" dirty="0">
                <a:effectLst/>
                <a:latin typeface="Helvetica Neue" panose="02000503000000020004" pitchFamily="2" charset="0"/>
              </a:rPr>
              <a:t>Detailed Column Breakdown</a:t>
            </a:r>
            <a:endParaRPr lang="en-US" sz="2000" dirty="0">
              <a:effectLst/>
              <a:latin typeface="Helvetica Neue" panose="02000503000000020004" pitchFamily="2" charset="0"/>
            </a:endParaRPr>
          </a:p>
        </p:txBody>
      </p:sp>
      <p:pic>
        <p:nvPicPr>
          <p:cNvPr id="3" name="Picture 2" descr="A screenshot of a data table&#10;&#10;Description automatically generated">
            <a:extLst>
              <a:ext uri="{FF2B5EF4-FFF2-40B4-BE49-F238E27FC236}">
                <a16:creationId xmlns:a16="http://schemas.microsoft.com/office/drawing/2014/main" id="{79974074-528C-0947-62BF-CCB2CDBF5818}"/>
              </a:ext>
            </a:extLst>
          </p:cNvPr>
          <p:cNvPicPr>
            <a:picLocks noChangeAspect="1"/>
          </p:cNvPicPr>
          <p:nvPr/>
        </p:nvPicPr>
        <p:blipFill>
          <a:blip r:embed="rId3"/>
          <a:stretch>
            <a:fillRect/>
          </a:stretch>
        </p:blipFill>
        <p:spPr>
          <a:xfrm>
            <a:off x="1240220" y="935421"/>
            <a:ext cx="6520569" cy="4208079"/>
          </a:xfrm>
          <a:prstGeom prst="rect">
            <a:avLst/>
          </a:prstGeom>
        </p:spPr>
      </p:pic>
    </p:spTree>
    <p:extLst>
      <p:ext uri="{BB962C8B-B14F-4D97-AF65-F5344CB8AC3E}">
        <p14:creationId xmlns:p14="http://schemas.microsoft.com/office/powerpoint/2010/main" val="1732267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6">
          <a:extLst>
            <a:ext uri="{FF2B5EF4-FFF2-40B4-BE49-F238E27FC236}">
              <a16:creationId xmlns:a16="http://schemas.microsoft.com/office/drawing/2014/main" id="{2CF0E65E-0259-9B43-D701-175D7288523B}"/>
            </a:ext>
          </a:extLst>
        </p:cNvPr>
        <p:cNvGrpSpPr/>
        <p:nvPr/>
      </p:nvGrpSpPr>
      <p:grpSpPr>
        <a:xfrm>
          <a:off x="0" y="0"/>
          <a:ext cx="0" cy="0"/>
          <a:chOff x="0" y="0"/>
          <a:chExt cx="0" cy="0"/>
        </a:xfrm>
      </p:grpSpPr>
      <p:sp>
        <p:nvSpPr>
          <p:cNvPr id="480" name="Google Shape;480;p41">
            <a:extLst>
              <a:ext uri="{FF2B5EF4-FFF2-40B4-BE49-F238E27FC236}">
                <a16:creationId xmlns:a16="http://schemas.microsoft.com/office/drawing/2014/main" id="{91540364-9211-1CEC-8EA7-0698AADD1066}"/>
              </a:ext>
            </a:extLst>
          </p:cNvPr>
          <p:cNvSpPr txBox="1">
            <a:spLocks noGrp="1"/>
          </p:cNvSpPr>
          <p:nvPr>
            <p:ph type="title"/>
          </p:nvPr>
        </p:nvSpPr>
        <p:spPr>
          <a:xfrm>
            <a:off x="2305200" y="281938"/>
            <a:ext cx="4533600" cy="578018"/>
          </a:xfrm>
          <a:prstGeom prst="rect">
            <a:avLst/>
          </a:prstGeom>
        </p:spPr>
        <p:txBody>
          <a:bodyPr spcFirstLastPara="1" wrap="square" lIns="91425" tIns="91425" rIns="91425" bIns="91425" anchor="t" anchorCtr="0">
            <a:noAutofit/>
          </a:bodyPr>
          <a:lstStyle/>
          <a:p>
            <a:r>
              <a:rPr lang="en-US" sz="2000" b="1" dirty="0">
                <a:effectLst/>
                <a:latin typeface="Helvetica Neue" panose="02000503000000020004" pitchFamily="2" charset="0"/>
              </a:rPr>
              <a:t>Detailed Column Breakdown</a:t>
            </a:r>
            <a:endParaRPr lang="en-US" sz="2000" dirty="0">
              <a:effectLst/>
              <a:latin typeface="Helvetica Neue" panose="02000503000000020004" pitchFamily="2" charset="0"/>
            </a:endParaRPr>
          </a:p>
        </p:txBody>
      </p:sp>
      <p:pic>
        <p:nvPicPr>
          <p:cNvPr id="3" name="Picture 2" descr="A table of information&#10;&#10;Description automatically generated with medium confidence">
            <a:extLst>
              <a:ext uri="{FF2B5EF4-FFF2-40B4-BE49-F238E27FC236}">
                <a16:creationId xmlns:a16="http://schemas.microsoft.com/office/drawing/2014/main" id="{3B4D0715-14C9-F721-CA23-CD6FA6FD502E}"/>
              </a:ext>
            </a:extLst>
          </p:cNvPr>
          <p:cNvPicPr>
            <a:picLocks noChangeAspect="1"/>
          </p:cNvPicPr>
          <p:nvPr/>
        </p:nvPicPr>
        <p:blipFill>
          <a:blip r:embed="rId3"/>
          <a:stretch>
            <a:fillRect/>
          </a:stretch>
        </p:blipFill>
        <p:spPr>
          <a:xfrm>
            <a:off x="1303283" y="935420"/>
            <a:ext cx="6460924" cy="4208079"/>
          </a:xfrm>
          <a:prstGeom prst="rect">
            <a:avLst/>
          </a:prstGeom>
        </p:spPr>
      </p:pic>
    </p:spTree>
    <p:extLst>
      <p:ext uri="{BB962C8B-B14F-4D97-AF65-F5344CB8AC3E}">
        <p14:creationId xmlns:p14="http://schemas.microsoft.com/office/powerpoint/2010/main" val="4205926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6">
          <a:extLst>
            <a:ext uri="{FF2B5EF4-FFF2-40B4-BE49-F238E27FC236}">
              <a16:creationId xmlns:a16="http://schemas.microsoft.com/office/drawing/2014/main" id="{32DED0BF-472E-0315-6C23-6DD5DBF39222}"/>
            </a:ext>
          </a:extLst>
        </p:cNvPr>
        <p:cNvGrpSpPr/>
        <p:nvPr/>
      </p:nvGrpSpPr>
      <p:grpSpPr>
        <a:xfrm>
          <a:off x="0" y="0"/>
          <a:ext cx="0" cy="0"/>
          <a:chOff x="0" y="0"/>
          <a:chExt cx="0" cy="0"/>
        </a:xfrm>
      </p:grpSpPr>
      <p:sp>
        <p:nvSpPr>
          <p:cNvPr id="480" name="Google Shape;480;p41">
            <a:extLst>
              <a:ext uri="{FF2B5EF4-FFF2-40B4-BE49-F238E27FC236}">
                <a16:creationId xmlns:a16="http://schemas.microsoft.com/office/drawing/2014/main" id="{5BD93EE4-3A8A-CD3B-C718-49935DEF8A4F}"/>
              </a:ext>
            </a:extLst>
          </p:cNvPr>
          <p:cNvSpPr txBox="1">
            <a:spLocks noGrp="1"/>
          </p:cNvSpPr>
          <p:nvPr>
            <p:ph type="title"/>
          </p:nvPr>
        </p:nvSpPr>
        <p:spPr>
          <a:xfrm>
            <a:off x="2305200" y="281938"/>
            <a:ext cx="4533600" cy="578018"/>
          </a:xfrm>
          <a:prstGeom prst="rect">
            <a:avLst/>
          </a:prstGeom>
        </p:spPr>
        <p:txBody>
          <a:bodyPr spcFirstLastPara="1" wrap="square" lIns="91425" tIns="91425" rIns="91425" bIns="91425" anchor="t" anchorCtr="0">
            <a:noAutofit/>
          </a:bodyPr>
          <a:lstStyle/>
          <a:p>
            <a:r>
              <a:rPr lang="en-US" sz="2000" b="1" dirty="0">
                <a:effectLst/>
                <a:latin typeface="Helvetica Neue" panose="02000503000000020004" pitchFamily="2" charset="0"/>
              </a:rPr>
              <a:t>Detailed Column Breakdown</a:t>
            </a:r>
            <a:endParaRPr lang="en-US" sz="2000" dirty="0">
              <a:effectLst/>
              <a:latin typeface="Helvetica Neue" panose="02000503000000020004" pitchFamily="2" charset="0"/>
            </a:endParaRPr>
          </a:p>
        </p:txBody>
      </p:sp>
      <p:pic>
        <p:nvPicPr>
          <p:cNvPr id="3" name="Picture 2" descr="A screenshot of a computer&#10;&#10;Description automatically generated">
            <a:extLst>
              <a:ext uri="{FF2B5EF4-FFF2-40B4-BE49-F238E27FC236}">
                <a16:creationId xmlns:a16="http://schemas.microsoft.com/office/drawing/2014/main" id="{E34DB5F3-DDA8-A926-4F4E-53A30F37B6B8}"/>
              </a:ext>
            </a:extLst>
          </p:cNvPr>
          <p:cNvPicPr>
            <a:picLocks noChangeAspect="1"/>
          </p:cNvPicPr>
          <p:nvPr/>
        </p:nvPicPr>
        <p:blipFill>
          <a:blip r:embed="rId3"/>
          <a:stretch>
            <a:fillRect/>
          </a:stretch>
        </p:blipFill>
        <p:spPr>
          <a:xfrm>
            <a:off x="1271752" y="935421"/>
            <a:ext cx="6747642" cy="4088524"/>
          </a:xfrm>
          <a:prstGeom prst="rect">
            <a:avLst/>
          </a:prstGeom>
        </p:spPr>
      </p:pic>
    </p:spTree>
    <p:extLst>
      <p:ext uri="{BB962C8B-B14F-4D97-AF65-F5344CB8AC3E}">
        <p14:creationId xmlns:p14="http://schemas.microsoft.com/office/powerpoint/2010/main" val="3218335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7">
          <a:extLst>
            <a:ext uri="{FF2B5EF4-FFF2-40B4-BE49-F238E27FC236}">
              <a16:creationId xmlns:a16="http://schemas.microsoft.com/office/drawing/2014/main" id="{936E87AE-9C66-F07D-F5EE-024B83B61F24}"/>
            </a:ext>
          </a:extLst>
        </p:cNvPr>
        <p:cNvGrpSpPr/>
        <p:nvPr/>
      </p:nvGrpSpPr>
      <p:grpSpPr>
        <a:xfrm>
          <a:off x="0" y="0"/>
          <a:ext cx="0" cy="0"/>
          <a:chOff x="0" y="0"/>
          <a:chExt cx="0" cy="0"/>
        </a:xfrm>
      </p:grpSpPr>
      <p:sp>
        <p:nvSpPr>
          <p:cNvPr id="318" name="Google Shape;318;p33">
            <a:extLst>
              <a:ext uri="{FF2B5EF4-FFF2-40B4-BE49-F238E27FC236}">
                <a16:creationId xmlns:a16="http://schemas.microsoft.com/office/drawing/2014/main" id="{EE1C7CAD-9C08-0E5A-5203-4CDECFB5E8BA}"/>
              </a:ext>
            </a:extLst>
          </p:cNvPr>
          <p:cNvSpPr txBox="1">
            <a:spLocks noGrp="1"/>
          </p:cNvSpPr>
          <p:nvPr>
            <p:ph type="title"/>
          </p:nvPr>
        </p:nvSpPr>
        <p:spPr>
          <a:xfrm>
            <a:off x="2301475" y="2347150"/>
            <a:ext cx="4541100" cy="602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Algorithm Choice</a:t>
            </a:r>
            <a:endParaRPr dirty="0"/>
          </a:p>
        </p:txBody>
      </p:sp>
      <p:sp>
        <p:nvSpPr>
          <p:cNvPr id="320" name="Google Shape;320;p33">
            <a:extLst>
              <a:ext uri="{FF2B5EF4-FFF2-40B4-BE49-F238E27FC236}">
                <a16:creationId xmlns:a16="http://schemas.microsoft.com/office/drawing/2014/main" id="{0515E2A0-3C21-DAA7-7FB5-DA199B30E9A7}"/>
              </a:ext>
            </a:extLst>
          </p:cNvPr>
          <p:cNvSpPr txBox="1">
            <a:spLocks noGrp="1"/>
          </p:cNvSpPr>
          <p:nvPr>
            <p:ph type="title" idx="2"/>
          </p:nvPr>
        </p:nvSpPr>
        <p:spPr>
          <a:xfrm>
            <a:off x="3858150" y="1774738"/>
            <a:ext cx="1427700" cy="57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Tree>
    <p:extLst>
      <p:ext uri="{BB962C8B-B14F-4D97-AF65-F5344CB8AC3E}">
        <p14:creationId xmlns:p14="http://schemas.microsoft.com/office/powerpoint/2010/main" val="1996998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7">
          <a:extLst>
            <a:ext uri="{FF2B5EF4-FFF2-40B4-BE49-F238E27FC236}">
              <a16:creationId xmlns:a16="http://schemas.microsoft.com/office/drawing/2014/main" id="{63195987-8B78-262C-0FDE-BAF0C008BC4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AB670FC-7FB7-D48D-1A44-71A160A86B46}"/>
              </a:ext>
            </a:extLst>
          </p:cNvPr>
          <p:cNvSpPr txBox="1"/>
          <p:nvPr/>
        </p:nvSpPr>
        <p:spPr>
          <a:xfrm>
            <a:off x="1066800" y="1702676"/>
            <a:ext cx="7010400" cy="1384995"/>
          </a:xfrm>
          <a:prstGeom prst="rect">
            <a:avLst/>
          </a:prstGeom>
          <a:noFill/>
        </p:spPr>
        <p:txBody>
          <a:bodyPr wrap="square" rtlCol="0">
            <a:spAutoFit/>
          </a:bodyPr>
          <a:lstStyle/>
          <a:p>
            <a:r>
              <a:rPr lang="en-US" dirty="0">
                <a:effectLst/>
                <a:latin typeface="+mn-lt"/>
              </a:rPr>
              <a:t>I have chosen Random Forest as the primary algorithm for classification.</a:t>
            </a:r>
            <a:br>
              <a:rPr lang="en-US" dirty="0">
                <a:effectLst/>
                <a:latin typeface="+mn-lt"/>
              </a:rPr>
            </a:br>
            <a:r>
              <a:rPr lang="en-US" dirty="0">
                <a:effectLst/>
                <a:latin typeface="+mn-lt"/>
              </a:rPr>
              <a:t>Random Forest is an ensemble method that combines multiple decision trees to improve prediction accuracy and reduce overfitting.</a:t>
            </a:r>
            <a:br>
              <a:rPr lang="en-US" dirty="0">
                <a:effectLst/>
                <a:latin typeface="+mn-lt"/>
              </a:rPr>
            </a:br>
            <a:r>
              <a:rPr lang="en-US" dirty="0">
                <a:effectLst/>
                <a:latin typeface="+mn-lt"/>
              </a:rPr>
              <a:t>It is well-suited for this dataset because it handles both categorical and numerical variables effectively.</a:t>
            </a:r>
          </a:p>
          <a:p>
            <a:endParaRPr lang="en-TR" dirty="0"/>
          </a:p>
        </p:txBody>
      </p:sp>
    </p:spTree>
    <p:extLst>
      <p:ext uri="{BB962C8B-B14F-4D97-AF65-F5344CB8AC3E}">
        <p14:creationId xmlns:p14="http://schemas.microsoft.com/office/powerpoint/2010/main" val="945657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7">
          <a:extLst>
            <a:ext uri="{FF2B5EF4-FFF2-40B4-BE49-F238E27FC236}">
              <a16:creationId xmlns:a16="http://schemas.microsoft.com/office/drawing/2014/main" id="{8F371F1D-0E4A-51F5-200C-D14C9662BD3E}"/>
            </a:ext>
          </a:extLst>
        </p:cNvPr>
        <p:cNvGrpSpPr/>
        <p:nvPr/>
      </p:nvGrpSpPr>
      <p:grpSpPr>
        <a:xfrm>
          <a:off x="0" y="0"/>
          <a:ext cx="0" cy="0"/>
          <a:chOff x="0" y="0"/>
          <a:chExt cx="0" cy="0"/>
        </a:xfrm>
      </p:grpSpPr>
      <p:sp>
        <p:nvSpPr>
          <p:cNvPr id="320" name="Google Shape;320;p33">
            <a:extLst>
              <a:ext uri="{FF2B5EF4-FFF2-40B4-BE49-F238E27FC236}">
                <a16:creationId xmlns:a16="http://schemas.microsoft.com/office/drawing/2014/main" id="{CEEAD585-E272-7006-7FD9-0ED5A951689D}"/>
              </a:ext>
            </a:extLst>
          </p:cNvPr>
          <p:cNvSpPr txBox="1">
            <a:spLocks noGrp="1"/>
          </p:cNvSpPr>
          <p:nvPr>
            <p:ph type="title" idx="2"/>
          </p:nvPr>
        </p:nvSpPr>
        <p:spPr>
          <a:xfrm>
            <a:off x="3858150" y="1774738"/>
            <a:ext cx="1427700" cy="57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pic>
        <p:nvPicPr>
          <p:cNvPr id="1028" name="Picture 4" descr="Decision Tree. A decision tree is a type of supervised… | by Farheenshaukat  | Medium">
            <a:extLst>
              <a:ext uri="{FF2B5EF4-FFF2-40B4-BE49-F238E27FC236}">
                <a16:creationId xmlns:a16="http://schemas.microsoft.com/office/drawing/2014/main" id="{7CF35029-4C54-F58C-6624-79D12EDC6A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9417" y="887369"/>
            <a:ext cx="4490643" cy="3368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82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76">
          <a:extLst>
            <a:ext uri="{FF2B5EF4-FFF2-40B4-BE49-F238E27FC236}">
              <a16:creationId xmlns:a16="http://schemas.microsoft.com/office/drawing/2014/main" id="{88E10711-BF7C-9597-2823-F16FC076D627}"/>
            </a:ext>
          </a:extLst>
        </p:cNvPr>
        <p:cNvGrpSpPr/>
        <p:nvPr/>
      </p:nvGrpSpPr>
      <p:grpSpPr>
        <a:xfrm>
          <a:off x="0" y="0"/>
          <a:ext cx="0" cy="0"/>
          <a:chOff x="0" y="0"/>
          <a:chExt cx="0" cy="0"/>
        </a:xfrm>
      </p:grpSpPr>
      <p:sp>
        <p:nvSpPr>
          <p:cNvPr id="480" name="Google Shape;480;p41">
            <a:extLst>
              <a:ext uri="{FF2B5EF4-FFF2-40B4-BE49-F238E27FC236}">
                <a16:creationId xmlns:a16="http://schemas.microsoft.com/office/drawing/2014/main" id="{1B2F965E-18B9-602F-50B4-5D6BBB4A3175}"/>
              </a:ext>
            </a:extLst>
          </p:cNvPr>
          <p:cNvSpPr txBox="1">
            <a:spLocks noGrp="1"/>
          </p:cNvSpPr>
          <p:nvPr>
            <p:ph type="title"/>
          </p:nvPr>
        </p:nvSpPr>
        <p:spPr>
          <a:xfrm>
            <a:off x="2305200" y="281938"/>
            <a:ext cx="4533600" cy="57801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a:t>Random Forest</a:t>
            </a:r>
            <a:endParaRPr sz="2400" dirty="0"/>
          </a:p>
        </p:txBody>
      </p:sp>
      <p:pic>
        <p:nvPicPr>
          <p:cNvPr id="2" name="Picture 2" descr="Random Forest — a Sturdy algorithm. | by Rishi Kumar | Nerd For Tech |  Medium">
            <a:extLst>
              <a:ext uri="{FF2B5EF4-FFF2-40B4-BE49-F238E27FC236}">
                <a16:creationId xmlns:a16="http://schemas.microsoft.com/office/drawing/2014/main" id="{3F28B3A3-5AC8-1C83-0F1B-6BB52F8853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2547" y="1293012"/>
            <a:ext cx="6418906" cy="3559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1623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60">
          <a:extLst>
            <a:ext uri="{FF2B5EF4-FFF2-40B4-BE49-F238E27FC236}">
              <a16:creationId xmlns:a16="http://schemas.microsoft.com/office/drawing/2014/main" id="{24B21093-7B76-F0DC-9047-472295C708AE}"/>
            </a:ext>
          </a:extLst>
        </p:cNvPr>
        <p:cNvGrpSpPr/>
        <p:nvPr/>
      </p:nvGrpSpPr>
      <p:grpSpPr>
        <a:xfrm>
          <a:off x="0" y="0"/>
          <a:ext cx="0" cy="0"/>
          <a:chOff x="0" y="0"/>
          <a:chExt cx="0" cy="0"/>
        </a:xfrm>
      </p:grpSpPr>
      <p:sp>
        <p:nvSpPr>
          <p:cNvPr id="761" name="Google Shape;761;p51">
            <a:extLst>
              <a:ext uri="{FF2B5EF4-FFF2-40B4-BE49-F238E27FC236}">
                <a16:creationId xmlns:a16="http://schemas.microsoft.com/office/drawing/2014/main" id="{B4D7420C-5971-1943-E889-C698253FE851}"/>
              </a:ext>
            </a:extLst>
          </p:cNvPr>
          <p:cNvSpPr txBox="1">
            <a:spLocks noGrp="1"/>
          </p:cNvSpPr>
          <p:nvPr>
            <p:ph type="title"/>
          </p:nvPr>
        </p:nvSpPr>
        <p:spPr>
          <a:xfrm>
            <a:off x="2706275" y="445025"/>
            <a:ext cx="3731400" cy="869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Why Random Forest?</a:t>
            </a:r>
            <a:endParaRPr dirty="0"/>
          </a:p>
        </p:txBody>
      </p:sp>
      <p:sp>
        <p:nvSpPr>
          <p:cNvPr id="762" name="Google Shape;762;p51">
            <a:extLst>
              <a:ext uri="{FF2B5EF4-FFF2-40B4-BE49-F238E27FC236}">
                <a16:creationId xmlns:a16="http://schemas.microsoft.com/office/drawing/2014/main" id="{E91D9E38-51D9-B60C-794D-C755C5E12E43}"/>
              </a:ext>
            </a:extLst>
          </p:cNvPr>
          <p:cNvSpPr/>
          <p:nvPr/>
        </p:nvSpPr>
        <p:spPr>
          <a:xfrm>
            <a:off x="1427675" y="2413550"/>
            <a:ext cx="6474900" cy="99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51">
            <a:extLst>
              <a:ext uri="{FF2B5EF4-FFF2-40B4-BE49-F238E27FC236}">
                <a16:creationId xmlns:a16="http://schemas.microsoft.com/office/drawing/2014/main" id="{D0934BEF-E732-A1C2-6824-9B3A8450534D}"/>
              </a:ext>
            </a:extLst>
          </p:cNvPr>
          <p:cNvSpPr txBox="1">
            <a:spLocks noGrp="1"/>
          </p:cNvSpPr>
          <p:nvPr>
            <p:ph type="subTitle" idx="4294967295"/>
          </p:nvPr>
        </p:nvSpPr>
        <p:spPr>
          <a:xfrm>
            <a:off x="3848825" y="3405290"/>
            <a:ext cx="1725900" cy="590400"/>
          </a:xfrm>
          <a:prstGeom prst="rect">
            <a:avLst/>
          </a:prstGeom>
        </p:spPr>
        <p:txBody>
          <a:bodyPr spcFirstLastPara="1" wrap="square" lIns="91425" tIns="91425" rIns="91425" bIns="91425" anchor="t" anchorCtr="0">
            <a:noAutofit/>
          </a:bodyPr>
          <a:lstStyle/>
          <a:p>
            <a:pPr marL="171450" indent="-171450" algn="ctr">
              <a:lnSpc>
                <a:spcPct val="100000"/>
              </a:lnSpc>
              <a:spcAft>
                <a:spcPts val="1600"/>
              </a:spcAft>
            </a:pPr>
            <a:r>
              <a:rPr lang="en-US" sz="1100" b="1" dirty="0"/>
              <a:t>Handles Mixed Data Types</a:t>
            </a:r>
            <a:endParaRPr sz="1400" dirty="0"/>
          </a:p>
        </p:txBody>
      </p:sp>
      <p:sp>
        <p:nvSpPr>
          <p:cNvPr id="765" name="Google Shape;765;p51">
            <a:extLst>
              <a:ext uri="{FF2B5EF4-FFF2-40B4-BE49-F238E27FC236}">
                <a16:creationId xmlns:a16="http://schemas.microsoft.com/office/drawing/2014/main" id="{8B996978-9FFB-C421-1D6D-0E1A254FE739}"/>
              </a:ext>
            </a:extLst>
          </p:cNvPr>
          <p:cNvSpPr txBox="1">
            <a:spLocks noGrp="1"/>
          </p:cNvSpPr>
          <p:nvPr>
            <p:ph type="subTitle" idx="4294967295"/>
          </p:nvPr>
        </p:nvSpPr>
        <p:spPr>
          <a:xfrm>
            <a:off x="395638" y="3405290"/>
            <a:ext cx="1905437" cy="590400"/>
          </a:xfrm>
          <a:prstGeom prst="rect">
            <a:avLst/>
          </a:prstGeom>
        </p:spPr>
        <p:txBody>
          <a:bodyPr spcFirstLastPara="1" wrap="square" lIns="91425" tIns="91425" rIns="91425" bIns="91425" anchor="t" anchorCtr="0">
            <a:noAutofit/>
          </a:bodyPr>
          <a:lstStyle/>
          <a:p>
            <a:r>
              <a:rPr lang="en-US" sz="1100" b="1" dirty="0"/>
              <a:t>Handles High-Dimensional Data</a:t>
            </a:r>
          </a:p>
        </p:txBody>
      </p:sp>
      <p:sp>
        <p:nvSpPr>
          <p:cNvPr id="767" name="Google Shape;767;p51">
            <a:extLst>
              <a:ext uri="{FF2B5EF4-FFF2-40B4-BE49-F238E27FC236}">
                <a16:creationId xmlns:a16="http://schemas.microsoft.com/office/drawing/2014/main" id="{A0ADADBB-939C-C4A8-F6F2-44F9BC08596D}"/>
              </a:ext>
            </a:extLst>
          </p:cNvPr>
          <p:cNvSpPr txBox="1">
            <a:spLocks noGrp="1"/>
          </p:cNvSpPr>
          <p:nvPr>
            <p:ph type="subTitle" idx="4294967295"/>
          </p:nvPr>
        </p:nvSpPr>
        <p:spPr>
          <a:xfrm>
            <a:off x="2301075" y="3405290"/>
            <a:ext cx="1725900" cy="590400"/>
          </a:xfrm>
          <a:prstGeom prst="rect">
            <a:avLst/>
          </a:prstGeom>
        </p:spPr>
        <p:txBody>
          <a:bodyPr spcFirstLastPara="1" wrap="square" lIns="91425" tIns="91425" rIns="91425" bIns="91425" anchor="t" anchorCtr="0">
            <a:noAutofit/>
          </a:bodyPr>
          <a:lstStyle/>
          <a:p>
            <a:r>
              <a:rPr lang="en-US" sz="1100" b="1" dirty="0"/>
              <a:t>Robust to Overfitting</a:t>
            </a:r>
          </a:p>
        </p:txBody>
      </p:sp>
      <p:sp>
        <p:nvSpPr>
          <p:cNvPr id="769" name="Google Shape;769;p51">
            <a:extLst>
              <a:ext uri="{FF2B5EF4-FFF2-40B4-BE49-F238E27FC236}">
                <a16:creationId xmlns:a16="http://schemas.microsoft.com/office/drawing/2014/main" id="{2389F621-4C5D-AF0A-BD17-EEBE63DB72C4}"/>
              </a:ext>
            </a:extLst>
          </p:cNvPr>
          <p:cNvSpPr/>
          <p:nvPr/>
        </p:nvSpPr>
        <p:spPr>
          <a:xfrm>
            <a:off x="1003463" y="2037703"/>
            <a:ext cx="869400" cy="8694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600" dirty="0">
                <a:solidFill>
                  <a:schemeClr val="dk1"/>
                </a:solidFill>
                <a:latin typeface="Open Sans ExtraBold"/>
                <a:ea typeface="Open Sans ExtraBold"/>
                <a:cs typeface="Open Sans ExtraBold"/>
                <a:sym typeface="Open Sans ExtraBold"/>
              </a:rPr>
              <a:t>01</a:t>
            </a:r>
            <a:endParaRPr sz="3600" dirty="0">
              <a:solidFill>
                <a:schemeClr val="dk1"/>
              </a:solidFill>
              <a:latin typeface="Open Sans ExtraBold"/>
              <a:ea typeface="Open Sans ExtraBold"/>
              <a:cs typeface="Open Sans ExtraBold"/>
              <a:sym typeface="Open Sans ExtraBold"/>
            </a:endParaRPr>
          </a:p>
        </p:txBody>
      </p:sp>
      <p:sp>
        <p:nvSpPr>
          <p:cNvPr id="770" name="Google Shape;770;p51">
            <a:extLst>
              <a:ext uri="{FF2B5EF4-FFF2-40B4-BE49-F238E27FC236}">
                <a16:creationId xmlns:a16="http://schemas.microsoft.com/office/drawing/2014/main" id="{84ED0D60-C3A9-6CAC-5901-49AE0CE0C2C3}"/>
              </a:ext>
            </a:extLst>
          </p:cNvPr>
          <p:cNvSpPr/>
          <p:nvPr/>
        </p:nvSpPr>
        <p:spPr>
          <a:xfrm>
            <a:off x="2570369" y="2037703"/>
            <a:ext cx="869400" cy="8694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600">
                <a:solidFill>
                  <a:schemeClr val="dk1"/>
                </a:solidFill>
                <a:latin typeface="Open Sans ExtraBold"/>
                <a:ea typeface="Open Sans ExtraBold"/>
                <a:cs typeface="Open Sans ExtraBold"/>
                <a:sym typeface="Open Sans ExtraBold"/>
              </a:rPr>
              <a:t>02</a:t>
            </a:r>
            <a:endParaRPr sz="2000">
              <a:solidFill>
                <a:schemeClr val="dk1"/>
              </a:solidFill>
            </a:endParaRPr>
          </a:p>
        </p:txBody>
      </p:sp>
      <p:sp>
        <p:nvSpPr>
          <p:cNvPr id="771" name="Google Shape;771;p51">
            <a:extLst>
              <a:ext uri="{FF2B5EF4-FFF2-40B4-BE49-F238E27FC236}">
                <a16:creationId xmlns:a16="http://schemas.microsoft.com/office/drawing/2014/main" id="{B32F6A06-A1DD-D950-AFA7-A5F1B88A0D47}"/>
              </a:ext>
            </a:extLst>
          </p:cNvPr>
          <p:cNvSpPr/>
          <p:nvPr/>
        </p:nvSpPr>
        <p:spPr>
          <a:xfrm>
            <a:off x="5704144" y="2037703"/>
            <a:ext cx="869400" cy="8694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600" dirty="0">
                <a:solidFill>
                  <a:schemeClr val="lt1"/>
                </a:solidFill>
                <a:latin typeface="Open Sans ExtraBold"/>
                <a:ea typeface="Open Sans ExtraBold"/>
                <a:cs typeface="Open Sans ExtraBold"/>
                <a:sym typeface="Open Sans ExtraBold"/>
              </a:rPr>
              <a:t>04</a:t>
            </a:r>
            <a:endParaRPr sz="2000" dirty="0">
              <a:solidFill>
                <a:schemeClr val="lt1"/>
              </a:solidFill>
            </a:endParaRPr>
          </a:p>
        </p:txBody>
      </p:sp>
      <p:sp>
        <p:nvSpPr>
          <p:cNvPr id="772" name="Google Shape;772;p51">
            <a:extLst>
              <a:ext uri="{FF2B5EF4-FFF2-40B4-BE49-F238E27FC236}">
                <a16:creationId xmlns:a16="http://schemas.microsoft.com/office/drawing/2014/main" id="{262CBE10-E04F-CF34-61EA-18182BDBC5D6}"/>
              </a:ext>
            </a:extLst>
          </p:cNvPr>
          <p:cNvSpPr txBox="1">
            <a:spLocks noGrp="1"/>
          </p:cNvSpPr>
          <p:nvPr>
            <p:ph type="subTitle" idx="4294967295"/>
          </p:nvPr>
        </p:nvSpPr>
        <p:spPr>
          <a:xfrm>
            <a:off x="5574725" y="3405290"/>
            <a:ext cx="1725900" cy="590400"/>
          </a:xfrm>
          <a:prstGeom prst="rect">
            <a:avLst/>
          </a:prstGeom>
        </p:spPr>
        <p:txBody>
          <a:bodyPr spcFirstLastPara="1" wrap="square" lIns="91425" tIns="91425" rIns="91425" bIns="91425" anchor="t" anchorCtr="0">
            <a:noAutofit/>
          </a:bodyPr>
          <a:lstStyle/>
          <a:p>
            <a:pPr marL="171450" indent="-171450" algn="ctr">
              <a:lnSpc>
                <a:spcPct val="100000"/>
              </a:lnSpc>
            </a:pPr>
            <a:r>
              <a:rPr lang="en-US" sz="1100" b="1" dirty="0"/>
              <a:t>Feature Importance</a:t>
            </a:r>
            <a:endParaRPr sz="1400" dirty="0"/>
          </a:p>
        </p:txBody>
      </p:sp>
      <p:sp>
        <p:nvSpPr>
          <p:cNvPr id="774" name="Google Shape;774;p51">
            <a:extLst>
              <a:ext uri="{FF2B5EF4-FFF2-40B4-BE49-F238E27FC236}">
                <a16:creationId xmlns:a16="http://schemas.microsoft.com/office/drawing/2014/main" id="{E1EB5C56-2758-C779-8F53-A63599B1A6F0}"/>
              </a:ext>
            </a:extLst>
          </p:cNvPr>
          <p:cNvSpPr/>
          <p:nvPr/>
        </p:nvSpPr>
        <p:spPr>
          <a:xfrm>
            <a:off x="7271050" y="2028650"/>
            <a:ext cx="869400" cy="869400"/>
          </a:xfrm>
          <a:prstGeom prst="rect">
            <a:avLst/>
          </a:prstGeom>
          <a:solidFill>
            <a:srgbClr val="FF7D4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600" dirty="0">
                <a:solidFill>
                  <a:schemeClr val="lt1"/>
                </a:solidFill>
                <a:latin typeface="Open Sans ExtraBold"/>
                <a:ea typeface="Open Sans ExtraBold"/>
                <a:cs typeface="Open Sans ExtraBold"/>
                <a:sym typeface="Open Sans ExtraBold"/>
              </a:rPr>
              <a:t>05</a:t>
            </a:r>
            <a:endParaRPr sz="2000" dirty="0">
              <a:solidFill>
                <a:schemeClr val="lt1"/>
              </a:solidFill>
            </a:endParaRPr>
          </a:p>
        </p:txBody>
      </p:sp>
      <p:sp>
        <p:nvSpPr>
          <p:cNvPr id="2" name="Google Shape;350;p36">
            <a:extLst>
              <a:ext uri="{FF2B5EF4-FFF2-40B4-BE49-F238E27FC236}">
                <a16:creationId xmlns:a16="http://schemas.microsoft.com/office/drawing/2014/main" id="{9E0EFEC4-D1C3-F62B-6FE3-5247C6A2C1D8}"/>
              </a:ext>
            </a:extLst>
          </p:cNvPr>
          <p:cNvSpPr/>
          <p:nvPr/>
        </p:nvSpPr>
        <p:spPr>
          <a:xfrm>
            <a:off x="4137275" y="2037703"/>
            <a:ext cx="869400" cy="8694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600" dirty="0">
                <a:solidFill>
                  <a:schemeClr val="lt1"/>
                </a:solidFill>
                <a:latin typeface="Open Sans ExtraBold"/>
                <a:ea typeface="Open Sans ExtraBold"/>
                <a:cs typeface="Open Sans ExtraBold"/>
                <a:sym typeface="Open Sans ExtraBold"/>
              </a:rPr>
              <a:t>03</a:t>
            </a:r>
            <a:endParaRPr sz="3600" dirty="0">
              <a:solidFill>
                <a:schemeClr val="lt1"/>
              </a:solidFill>
            </a:endParaRPr>
          </a:p>
        </p:txBody>
      </p:sp>
      <p:sp>
        <p:nvSpPr>
          <p:cNvPr id="3" name="Google Shape;772;p51">
            <a:extLst>
              <a:ext uri="{FF2B5EF4-FFF2-40B4-BE49-F238E27FC236}">
                <a16:creationId xmlns:a16="http://schemas.microsoft.com/office/drawing/2014/main" id="{5507DC7F-5E5A-CDBA-1BF1-D95554BD4168}"/>
              </a:ext>
            </a:extLst>
          </p:cNvPr>
          <p:cNvSpPr txBox="1">
            <a:spLocks/>
          </p:cNvSpPr>
          <p:nvPr/>
        </p:nvSpPr>
        <p:spPr>
          <a:xfrm>
            <a:off x="7271050" y="3405290"/>
            <a:ext cx="1725900" cy="590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accent4"/>
              </a:buClr>
              <a:buSzPts val="1800"/>
              <a:buFont typeface="Raleway Medium"/>
              <a:buChar char="●"/>
              <a:defRPr sz="1800" b="0" i="0" u="none" strike="noStrike" cap="none">
                <a:solidFill>
                  <a:schemeClr val="accent4"/>
                </a:solidFill>
                <a:latin typeface="Raleway Medium"/>
                <a:ea typeface="Raleway Medium"/>
                <a:cs typeface="Raleway Medium"/>
                <a:sym typeface="Raleway Medium"/>
              </a:defRPr>
            </a:lvl1pPr>
            <a:lvl2pPr marL="914400" marR="0" lvl="1" indent="-317500" algn="l" rtl="0">
              <a:lnSpc>
                <a:spcPct val="115000"/>
              </a:lnSpc>
              <a:spcBef>
                <a:spcPts val="1600"/>
              </a:spcBef>
              <a:spcAft>
                <a:spcPts val="0"/>
              </a:spcAft>
              <a:buClr>
                <a:schemeClr val="accent4"/>
              </a:buClr>
              <a:buSzPts val="1400"/>
              <a:buFont typeface="Raleway Medium"/>
              <a:buChar char="○"/>
              <a:defRPr sz="1400" b="0" i="0" u="none" strike="noStrike" cap="none">
                <a:solidFill>
                  <a:schemeClr val="accent4"/>
                </a:solidFill>
                <a:latin typeface="Raleway Medium"/>
                <a:ea typeface="Raleway Medium"/>
                <a:cs typeface="Raleway Medium"/>
                <a:sym typeface="Raleway Medium"/>
              </a:defRPr>
            </a:lvl2pPr>
            <a:lvl3pPr marL="1371600" marR="0" lvl="2" indent="-317500" algn="l" rtl="0">
              <a:lnSpc>
                <a:spcPct val="115000"/>
              </a:lnSpc>
              <a:spcBef>
                <a:spcPts val="1600"/>
              </a:spcBef>
              <a:spcAft>
                <a:spcPts val="0"/>
              </a:spcAft>
              <a:buClr>
                <a:schemeClr val="accent4"/>
              </a:buClr>
              <a:buSzPts val="1400"/>
              <a:buFont typeface="Raleway Medium"/>
              <a:buChar char="■"/>
              <a:defRPr sz="1400" b="0" i="0" u="none" strike="noStrike" cap="none">
                <a:solidFill>
                  <a:schemeClr val="accent4"/>
                </a:solidFill>
                <a:latin typeface="Raleway Medium"/>
                <a:ea typeface="Raleway Medium"/>
                <a:cs typeface="Raleway Medium"/>
                <a:sym typeface="Raleway Medium"/>
              </a:defRPr>
            </a:lvl3pPr>
            <a:lvl4pPr marL="1828800" marR="0" lvl="3" indent="-317500" algn="l" rtl="0">
              <a:lnSpc>
                <a:spcPct val="115000"/>
              </a:lnSpc>
              <a:spcBef>
                <a:spcPts val="1600"/>
              </a:spcBef>
              <a:spcAft>
                <a:spcPts val="0"/>
              </a:spcAft>
              <a:buClr>
                <a:schemeClr val="accent4"/>
              </a:buClr>
              <a:buSzPts val="1400"/>
              <a:buFont typeface="Raleway Medium"/>
              <a:buChar char="●"/>
              <a:defRPr sz="1400" b="0" i="0" u="none" strike="noStrike" cap="none">
                <a:solidFill>
                  <a:schemeClr val="accent4"/>
                </a:solidFill>
                <a:latin typeface="Raleway Medium"/>
                <a:ea typeface="Raleway Medium"/>
                <a:cs typeface="Raleway Medium"/>
                <a:sym typeface="Raleway Medium"/>
              </a:defRPr>
            </a:lvl4pPr>
            <a:lvl5pPr marL="2286000" marR="0" lvl="4" indent="-317500" algn="l" rtl="0">
              <a:lnSpc>
                <a:spcPct val="115000"/>
              </a:lnSpc>
              <a:spcBef>
                <a:spcPts val="1600"/>
              </a:spcBef>
              <a:spcAft>
                <a:spcPts val="0"/>
              </a:spcAft>
              <a:buClr>
                <a:schemeClr val="accent4"/>
              </a:buClr>
              <a:buSzPts val="1400"/>
              <a:buFont typeface="Raleway Medium"/>
              <a:buChar char="○"/>
              <a:defRPr sz="1400" b="0" i="0" u="none" strike="noStrike" cap="none">
                <a:solidFill>
                  <a:schemeClr val="accent4"/>
                </a:solidFill>
                <a:latin typeface="Raleway Medium"/>
                <a:ea typeface="Raleway Medium"/>
                <a:cs typeface="Raleway Medium"/>
                <a:sym typeface="Raleway Medium"/>
              </a:defRPr>
            </a:lvl5pPr>
            <a:lvl6pPr marL="2743200" marR="0" lvl="5" indent="-317500" algn="l" rtl="0">
              <a:lnSpc>
                <a:spcPct val="115000"/>
              </a:lnSpc>
              <a:spcBef>
                <a:spcPts val="1600"/>
              </a:spcBef>
              <a:spcAft>
                <a:spcPts val="0"/>
              </a:spcAft>
              <a:buClr>
                <a:schemeClr val="accent4"/>
              </a:buClr>
              <a:buSzPts val="1400"/>
              <a:buFont typeface="Raleway Medium"/>
              <a:buChar char="■"/>
              <a:defRPr sz="1400" b="0" i="0" u="none" strike="noStrike" cap="none">
                <a:solidFill>
                  <a:schemeClr val="accent4"/>
                </a:solidFill>
                <a:latin typeface="Raleway Medium"/>
                <a:ea typeface="Raleway Medium"/>
                <a:cs typeface="Raleway Medium"/>
                <a:sym typeface="Raleway Medium"/>
              </a:defRPr>
            </a:lvl6pPr>
            <a:lvl7pPr marL="3200400" marR="0" lvl="6" indent="-317500" algn="l" rtl="0">
              <a:lnSpc>
                <a:spcPct val="115000"/>
              </a:lnSpc>
              <a:spcBef>
                <a:spcPts val="1600"/>
              </a:spcBef>
              <a:spcAft>
                <a:spcPts val="0"/>
              </a:spcAft>
              <a:buClr>
                <a:schemeClr val="accent4"/>
              </a:buClr>
              <a:buSzPts val="1400"/>
              <a:buFont typeface="Raleway Medium"/>
              <a:buChar char="●"/>
              <a:defRPr sz="1400" b="0" i="0" u="none" strike="noStrike" cap="none">
                <a:solidFill>
                  <a:schemeClr val="accent4"/>
                </a:solidFill>
                <a:latin typeface="Raleway Medium"/>
                <a:ea typeface="Raleway Medium"/>
                <a:cs typeface="Raleway Medium"/>
                <a:sym typeface="Raleway Medium"/>
              </a:defRPr>
            </a:lvl7pPr>
            <a:lvl8pPr marL="3657600" marR="0" lvl="7" indent="-317500" algn="l" rtl="0">
              <a:lnSpc>
                <a:spcPct val="115000"/>
              </a:lnSpc>
              <a:spcBef>
                <a:spcPts val="1600"/>
              </a:spcBef>
              <a:spcAft>
                <a:spcPts val="0"/>
              </a:spcAft>
              <a:buClr>
                <a:schemeClr val="accent4"/>
              </a:buClr>
              <a:buSzPts val="1400"/>
              <a:buFont typeface="Raleway Medium"/>
              <a:buChar char="○"/>
              <a:defRPr sz="1400" b="0" i="0" u="none" strike="noStrike" cap="none">
                <a:solidFill>
                  <a:schemeClr val="accent4"/>
                </a:solidFill>
                <a:latin typeface="Raleway Medium"/>
                <a:ea typeface="Raleway Medium"/>
                <a:cs typeface="Raleway Medium"/>
                <a:sym typeface="Raleway Medium"/>
              </a:defRPr>
            </a:lvl8pPr>
            <a:lvl9pPr marL="4114800" marR="0" lvl="8" indent="-317500" algn="l" rtl="0">
              <a:lnSpc>
                <a:spcPct val="115000"/>
              </a:lnSpc>
              <a:spcBef>
                <a:spcPts val="1600"/>
              </a:spcBef>
              <a:spcAft>
                <a:spcPts val="1600"/>
              </a:spcAft>
              <a:buClr>
                <a:schemeClr val="accent4"/>
              </a:buClr>
              <a:buSzPts val="1400"/>
              <a:buFont typeface="Raleway Medium"/>
              <a:buChar char="■"/>
              <a:defRPr sz="1400" b="0" i="0" u="none" strike="noStrike" cap="none">
                <a:solidFill>
                  <a:schemeClr val="accent4"/>
                </a:solidFill>
                <a:latin typeface="Raleway Medium"/>
                <a:ea typeface="Raleway Medium"/>
                <a:cs typeface="Raleway Medium"/>
                <a:sym typeface="Raleway Medium"/>
              </a:defRPr>
            </a:lvl9pPr>
          </a:lstStyle>
          <a:p>
            <a:r>
              <a:rPr lang="en-US" sz="1100" b="1" dirty="0">
                <a:effectLst/>
                <a:latin typeface="Helvetica Neue" panose="02000503000000020004" pitchFamily="2" charset="0"/>
              </a:rPr>
              <a:t>Resilience to Noise</a:t>
            </a:r>
            <a:endParaRPr lang="en-US" sz="1100" dirty="0">
              <a:effectLst/>
              <a:latin typeface="Helvetica Neue" panose="02000503000000020004" pitchFamily="2" charset="0"/>
            </a:endParaRPr>
          </a:p>
        </p:txBody>
      </p:sp>
    </p:spTree>
    <p:extLst>
      <p:ext uri="{BB962C8B-B14F-4D97-AF65-F5344CB8AC3E}">
        <p14:creationId xmlns:p14="http://schemas.microsoft.com/office/powerpoint/2010/main" val="2505316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7">
          <a:extLst>
            <a:ext uri="{FF2B5EF4-FFF2-40B4-BE49-F238E27FC236}">
              <a16:creationId xmlns:a16="http://schemas.microsoft.com/office/drawing/2014/main" id="{BFE207D7-2BEF-A46A-B9CB-1D3AE38F1359}"/>
            </a:ext>
          </a:extLst>
        </p:cNvPr>
        <p:cNvGrpSpPr/>
        <p:nvPr/>
      </p:nvGrpSpPr>
      <p:grpSpPr>
        <a:xfrm>
          <a:off x="0" y="0"/>
          <a:ext cx="0" cy="0"/>
          <a:chOff x="0" y="0"/>
          <a:chExt cx="0" cy="0"/>
        </a:xfrm>
      </p:grpSpPr>
      <p:sp>
        <p:nvSpPr>
          <p:cNvPr id="318" name="Google Shape;318;p33">
            <a:extLst>
              <a:ext uri="{FF2B5EF4-FFF2-40B4-BE49-F238E27FC236}">
                <a16:creationId xmlns:a16="http://schemas.microsoft.com/office/drawing/2014/main" id="{045D6D01-321A-3530-471E-B92353C2B467}"/>
              </a:ext>
            </a:extLst>
          </p:cNvPr>
          <p:cNvSpPr txBox="1">
            <a:spLocks noGrp="1"/>
          </p:cNvSpPr>
          <p:nvPr>
            <p:ph type="title"/>
          </p:nvPr>
        </p:nvSpPr>
        <p:spPr>
          <a:xfrm>
            <a:off x="2301475" y="2347150"/>
            <a:ext cx="4541100" cy="602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Planned Steps</a:t>
            </a:r>
            <a:endParaRPr dirty="0"/>
          </a:p>
        </p:txBody>
      </p:sp>
      <p:sp>
        <p:nvSpPr>
          <p:cNvPr id="320" name="Google Shape;320;p33">
            <a:extLst>
              <a:ext uri="{FF2B5EF4-FFF2-40B4-BE49-F238E27FC236}">
                <a16:creationId xmlns:a16="http://schemas.microsoft.com/office/drawing/2014/main" id="{1DBBF766-8D26-D358-BC4C-BE2DB94B8D89}"/>
              </a:ext>
            </a:extLst>
          </p:cNvPr>
          <p:cNvSpPr txBox="1">
            <a:spLocks noGrp="1"/>
          </p:cNvSpPr>
          <p:nvPr>
            <p:ph type="title" idx="2"/>
          </p:nvPr>
        </p:nvSpPr>
        <p:spPr>
          <a:xfrm>
            <a:off x="3858150" y="1774738"/>
            <a:ext cx="1427700" cy="57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Tree>
    <p:extLst>
      <p:ext uri="{BB962C8B-B14F-4D97-AF65-F5344CB8AC3E}">
        <p14:creationId xmlns:p14="http://schemas.microsoft.com/office/powerpoint/2010/main" val="35227070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6"/>
          <p:cNvSpPr/>
          <p:nvPr/>
        </p:nvSpPr>
        <p:spPr>
          <a:xfrm>
            <a:off x="2106600" y="2605525"/>
            <a:ext cx="7037400" cy="99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6"/>
          <p:cNvSpPr txBox="1">
            <a:spLocks noGrp="1"/>
          </p:cNvSpPr>
          <p:nvPr>
            <p:ph type="subTitle" idx="4294967295"/>
          </p:nvPr>
        </p:nvSpPr>
        <p:spPr>
          <a:xfrm>
            <a:off x="6136000" y="3605725"/>
            <a:ext cx="1725900" cy="5904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US" sz="1400" dirty="0"/>
              <a:t>Model Training</a:t>
            </a:r>
            <a:endParaRPr sz="1400" dirty="0"/>
          </a:p>
        </p:txBody>
      </p:sp>
      <p:sp>
        <p:nvSpPr>
          <p:cNvPr id="345" name="Google Shape;345;p36"/>
          <p:cNvSpPr txBox="1">
            <a:spLocks noGrp="1"/>
          </p:cNvSpPr>
          <p:nvPr>
            <p:ph type="subTitle" idx="4294967295"/>
          </p:nvPr>
        </p:nvSpPr>
        <p:spPr>
          <a:xfrm>
            <a:off x="1254138" y="3605725"/>
            <a:ext cx="1725900" cy="5904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US" sz="1400" dirty="0"/>
              <a:t>Exploratory Data Analysis (EDA)</a:t>
            </a:r>
            <a:endParaRPr sz="1400" dirty="0"/>
          </a:p>
        </p:txBody>
      </p:sp>
      <p:sp>
        <p:nvSpPr>
          <p:cNvPr id="347" name="Google Shape;347;p36"/>
          <p:cNvSpPr txBox="1">
            <a:spLocks noGrp="1"/>
          </p:cNvSpPr>
          <p:nvPr>
            <p:ph type="subTitle" idx="4294967295"/>
          </p:nvPr>
        </p:nvSpPr>
        <p:spPr>
          <a:xfrm>
            <a:off x="3695075" y="3605725"/>
            <a:ext cx="1725900" cy="5904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US" sz="1400" dirty="0"/>
              <a:t>Preprocessing</a:t>
            </a:r>
            <a:endParaRPr sz="1400" dirty="0"/>
          </a:p>
        </p:txBody>
      </p:sp>
      <p:sp>
        <p:nvSpPr>
          <p:cNvPr id="349" name="Google Shape;349;p36"/>
          <p:cNvSpPr/>
          <p:nvPr/>
        </p:nvSpPr>
        <p:spPr>
          <a:xfrm>
            <a:off x="1682400" y="2220625"/>
            <a:ext cx="869400" cy="8694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lt1"/>
                </a:solidFill>
                <a:latin typeface="Open Sans ExtraBold"/>
                <a:ea typeface="Open Sans ExtraBold"/>
                <a:cs typeface="Open Sans ExtraBold"/>
                <a:sym typeface="Open Sans ExtraBold"/>
              </a:rPr>
              <a:t>1</a:t>
            </a:r>
            <a:endParaRPr sz="2000" dirty="0">
              <a:solidFill>
                <a:schemeClr val="lt1"/>
              </a:solidFill>
              <a:latin typeface="Open Sans ExtraBold"/>
              <a:ea typeface="Open Sans ExtraBold"/>
              <a:cs typeface="Open Sans ExtraBold"/>
              <a:sym typeface="Open Sans ExtraBold"/>
            </a:endParaRPr>
          </a:p>
        </p:txBody>
      </p:sp>
      <p:sp>
        <p:nvSpPr>
          <p:cNvPr id="350" name="Google Shape;350;p36"/>
          <p:cNvSpPr/>
          <p:nvPr/>
        </p:nvSpPr>
        <p:spPr>
          <a:xfrm>
            <a:off x="4123325" y="2220625"/>
            <a:ext cx="869400" cy="8694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lt1"/>
                </a:solidFill>
                <a:latin typeface="Open Sans ExtraBold"/>
                <a:ea typeface="Open Sans ExtraBold"/>
                <a:cs typeface="Open Sans ExtraBold"/>
                <a:sym typeface="Open Sans ExtraBold"/>
              </a:rPr>
              <a:t>2</a:t>
            </a:r>
            <a:endParaRPr sz="2000" dirty="0">
              <a:solidFill>
                <a:schemeClr val="lt1"/>
              </a:solidFill>
            </a:endParaRPr>
          </a:p>
        </p:txBody>
      </p:sp>
      <p:sp>
        <p:nvSpPr>
          <p:cNvPr id="351" name="Google Shape;351;p36"/>
          <p:cNvSpPr/>
          <p:nvPr/>
        </p:nvSpPr>
        <p:spPr>
          <a:xfrm>
            <a:off x="6564250" y="2220625"/>
            <a:ext cx="869400" cy="869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lt1"/>
                </a:solidFill>
                <a:latin typeface="Open Sans ExtraBold"/>
                <a:ea typeface="Open Sans ExtraBold"/>
                <a:cs typeface="Open Sans ExtraBold"/>
                <a:sym typeface="Open Sans ExtraBold"/>
              </a:rPr>
              <a:t>3</a:t>
            </a:r>
            <a:endParaRPr sz="2000" dirty="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7"/>
          <p:cNvSpPr/>
          <p:nvPr/>
        </p:nvSpPr>
        <p:spPr>
          <a:xfrm>
            <a:off x="-53100" y="2529175"/>
            <a:ext cx="7037400" cy="252300"/>
          </a:xfrm>
          <a:prstGeom prst="rightArrow">
            <a:avLst>
              <a:gd name="adj1" fmla="val 42964"/>
              <a:gd name="adj2"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7"/>
          <p:cNvSpPr txBox="1">
            <a:spLocks noGrp="1"/>
          </p:cNvSpPr>
          <p:nvPr>
            <p:ph type="subTitle" idx="4294967295"/>
          </p:nvPr>
        </p:nvSpPr>
        <p:spPr>
          <a:xfrm>
            <a:off x="1254138" y="3605725"/>
            <a:ext cx="1725900" cy="5904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US" sz="1400" dirty="0"/>
              <a:t>Evaluation</a:t>
            </a:r>
            <a:endParaRPr sz="1400" dirty="0"/>
          </a:p>
        </p:txBody>
      </p:sp>
      <p:sp>
        <p:nvSpPr>
          <p:cNvPr id="361" name="Google Shape;361;p37"/>
          <p:cNvSpPr txBox="1">
            <a:spLocks noGrp="1"/>
          </p:cNvSpPr>
          <p:nvPr>
            <p:ph type="subTitle" idx="4294967295"/>
          </p:nvPr>
        </p:nvSpPr>
        <p:spPr>
          <a:xfrm>
            <a:off x="3695075" y="3605725"/>
            <a:ext cx="1725900" cy="5904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US" sz="1400" dirty="0"/>
              <a:t>Interpreting and Informing Results</a:t>
            </a:r>
            <a:endParaRPr sz="1400" dirty="0"/>
          </a:p>
        </p:txBody>
      </p:sp>
      <p:sp>
        <p:nvSpPr>
          <p:cNvPr id="363" name="Google Shape;363;p37"/>
          <p:cNvSpPr/>
          <p:nvPr/>
        </p:nvSpPr>
        <p:spPr>
          <a:xfrm>
            <a:off x="1682400" y="2220625"/>
            <a:ext cx="869400" cy="8694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dk1"/>
                </a:solidFill>
                <a:latin typeface="Open Sans ExtraBold"/>
                <a:ea typeface="Open Sans ExtraBold"/>
                <a:cs typeface="Open Sans ExtraBold"/>
                <a:sym typeface="Open Sans ExtraBold"/>
              </a:rPr>
              <a:t>4</a:t>
            </a:r>
            <a:endParaRPr sz="2000" dirty="0">
              <a:solidFill>
                <a:schemeClr val="dk1"/>
              </a:solidFill>
              <a:latin typeface="Open Sans ExtraBold"/>
              <a:ea typeface="Open Sans ExtraBold"/>
              <a:cs typeface="Open Sans ExtraBold"/>
              <a:sym typeface="Open Sans ExtraBold"/>
            </a:endParaRPr>
          </a:p>
        </p:txBody>
      </p:sp>
      <p:sp>
        <p:nvSpPr>
          <p:cNvPr id="364" name="Google Shape;364;p37"/>
          <p:cNvSpPr/>
          <p:nvPr/>
        </p:nvSpPr>
        <p:spPr>
          <a:xfrm>
            <a:off x="4123325" y="2220625"/>
            <a:ext cx="869400" cy="8694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solidFill>
                  <a:schemeClr val="dk1"/>
                </a:solidFill>
                <a:latin typeface="Open Sans ExtraBold"/>
                <a:ea typeface="Open Sans ExtraBold"/>
                <a:cs typeface="Open Sans ExtraBold"/>
                <a:sym typeface="Open Sans ExtraBold"/>
              </a:rPr>
              <a:t>5</a:t>
            </a:r>
            <a:endParaRPr sz="2000" dirty="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7">
          <a:extLst>
            <a:ext uri="{FF2B5EF4-FFF2-40B4-BE49-F238E27FC236}">
              <a16:creationId xmlns:a16="http://schemas.microsoft.com/office/drawing/2014/main" id="{EC5B9E52-0713-114C-A65F-0E65451FEB92}"/>
            </a:ext>
          </a:extLst>
        </p:cNvPr>
        <p:cNvGrpSpPr/>
        <p:nvPr/>
      </p:nvGrpSpPr>
      <p:grpSpPr>
        <a:xfrm>
          <a:off x="0" y="0"/>
          <a:ext cx="0" cy="0"/>
          <a:chOff x="0" y="0"/>
          <a:chExt cx="0" cy="0"/>
        </a:xfrm>
      </p:grpSpPr>
      <p:sp>
        <p:nvSpPr>
          <p:cNvPr id="318" name="Google Shape;318;p33">
            <a:extLst>
              <a:ext uri="{FF2B5EF4-FFF2-40B4-BE49-F238E27FC236}">
                <a16:creationId xmlns:a16="http://schemas.microsoft.com/office/drawing/2014/main" id="{B12FEAA6-AF99-54ED-BE64-9688F9C82E3E}"/>
              </a:ext>
            </a:extLst>
          </p:cNvPr>
          <p:cNvSpPr txBox="1">
            <a:spLocks noGrp="1"/>
          </p:cNvSpPr>
          <p:nvPr>
            <p:ph type="title"/>
          </p:nvPr>
        </p:nvSpPr>
        <p:spPr>
          <a:xfrm>
            <a:off x="2301475" y="2347150"/>
            <a:ext cx="4541100" cy="602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Conclusion</a:t>
            </a:r>
            <a:endParaRPr dirty="0"/>
          </a:p>
        </p:txBody>
      </p:sp>
      <p:sp>
        <p:nvSpPr>
          <p:cNvPr id="320" name="Google Shape;320;p33">
            <a:extLst>
              <a:ext uri="{FF2B5EF4-FFF2-40B4-BE49-F238E27FC236}">
                <a16:creationId xmlns:a16="http://schemas.microsoft.com/office/drawing/2014/main" id="{59AA0529-59E8-C031-1FA2-EC147B8DF066}"/>
              </a:ext>
            </a:extLst>
          </p:cNvPr>
          <p:cNvSpPr txBox="1">
            <a:spLocks noGrp="1"/>
          </p:cNvSpPr>
          <p:nvPr>
            <p:ph type="title" idx="2"/>
          </p:nvPr>
        </p:nvSpPr>
        <p:spPr>
          <a:xfrm>
            <a:off x="3858150" y="1774738"/>
            <a:ext cx="1427700" cy="57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spTree>
    <p:extLst>
      <p:ext uri="{BB962C8B-B14F-4D97-AF65-F5344CB8AC3E}">
        <p14:creationId xmlns:p14="http://schemas.microsoft.com/office/powerpoint/2010/main" val="3863246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56"/>
          <p:cNvSpPr txBox="1">
            <a:spLocks noGrp="1"/>
          </p:cNvSpPr>
          <p:nvPr>
            <p:ph type="title"/>
          </p:nvPr>
        </p:nvSpPr>
        <p:spPr>
          <a:xfrm flipH="1">
            <a:off x="5119401" y="889250"/>
            <a:ext cx="3267600" cy="716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Thanks</a:t>
            </a:r>
            <a:endParaRPr/>
          </a:p>
        </p:txBody>
      </p:sp>
      <p:sp>
        <p:nvSpPr>
          <p:cNvPr id="836" name="Google Shape;836;p56"/>
          <p:cNvSpPr txBox="1">
            <a:spLocks noGrp="1"/>
          </p:cNvSpPr>
          <p:nvPr>
            <p:ph type="subTitle" idx="1"/>
          </p:nvPr>
        </p:nvSpPr>
        <p:spPr>
          <a:xfrm flipH="1">
            <a:off x="5168160" y="1702875"/>
            <a:ext cx="3177300" cy="1090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Do you have any questions?</a:t>
            </a:r>
            <a:endParaRPr dirty="0"/>
          </a:p>
        </p:txBody>
      </p:sp>
      <p:sp>
        <p:nvSpPr>
          <p:cNvPr id="8" name="Rectangle 7">
            <a:extLst>
              <a:ext uri="{FF2B5EF4-FFF2-40B4-BE49-F238E27FC236}">
                <a16:creationId xmlns:a16="http://schemas.microsoft.com/office/drawing/2014/main" id="{96D9824F-9988-3AF9-B77F-DB68B0AD09B6}"/>
              </a:ext>
            </a:extLst>
          </p:cNvPr>
          <p:cNvSpPr/>
          <p:nvPr/>
        </p:nvSpPr>
        <p:spPr>
          <a:xfrm>
            <a:off x="4798337" y="3241141"/>
            <a:ext cx="3874883" cy="1104522"/>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TR"/>
          </a:p>
        </p:txBody>
      </p:sp>
    </p:spTree>
  </p:cSld>
  <p:clrMapOvr>
    <a:masterClrMapping/>
  </p:clrMapOvr>
</p:sld>
</file>

<file path=ppt/theme/theme1.xml><?xml version="1.0" encoding="utf-8"?>
<a:theme xmlns:a="http://schemas.openxmlformats.org/drawingml/2006/main" name="Resources for New Employees by Slidesgo">
  <a:themeElements>
    <a:clrScheme name="Simple Light">
      <a:dk1>
        <a:srgbClr val="27285C"/>
      </a:dk1>
      <a:lt1>
        <a:srgbClr val="FFFFFF"/>
      </a:lt1>
      <a:dk2>
        <a:srgbClr val="02327E"/>
      </a:dk2>
      <a:lt2>
        <a:srgbClr val="FFFFFF"/>
      </a:lt2>
      <a:accent1>
        <a:srgbClr val="FEC923"/>
      </a:accent1>
      <a:accent2>
        <a:srgbClr val="62A25D"/>
      </a:accent2>
      <a:accent3>
        <a:srgbClr val="FF7D4A"/>
      </a:accent3>
      <a:accent4>
        <a:srgbClr val="27285C"/>
      </a:accent4>
      <a:accent5>
        <a:srgbClr val="FCCBE0"/>
      </a:accent5>
      <a:accent6>
        <a:srgbClr val="489BDA"/>
      </a:accent6>
      <a:hlink>
        <a:srgbClr val="02327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201</TotalTime>
  <Words>323</Words>
  <Application>Microsoft Macintosh PowerPoint</Application>
  <PresentationFormat>On-screen Show (16:9)</PresentationFormat>
  <Paragraphs>77</Paragraphs>
  <Slides>20</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Oswald Medium</vt:lpstr>
      <vt:lpstr>Open Sans ExtraBold</vt:lpstr>
      <vt:lpstr>Arial</vt:lpstr>
      <vt:lpstr>Raleway</vt:lpstr>
      <vt:lpstr>Raleway Medium</vt:lpstr>
      <vt:lpstr>Helvetica Neue</vt:lpstr>
      <vt:lpstr>Bebas Neue</vt:lpstr>
      <vt:lpstr>Open Sans</vt:lpstr>
      <vt:lpstr>Resources for New Employees by Slidesgo</vt:lpstr>
      <vt:lpstr>HR Employee Attrition Analysis: Using Random Forest for Classification</vt:lpstr>
      <vt:lpstr>Introduction</vt:lpstr>
      <vt:lpstr>PowerPoint Presentation</vt:lpstr>
      <vt:lpstr>Dataset Overview</vt:lpstr>
      <vt:lpstr>PowerPoint Presentation</vt:lpstr>
      <vt:lpstr>Summary Table</vt:lpstr>
      <vt:lpstr>Key categorical variables</vt:lpstr>
      <vt:lpstr>Detailed Column Breakdown</vt:lpstr>
      <vt:lpstr>Detailed Column Breakdown</vt:lpstr>
      <vt:lpstr>Detailed Column Breakdown</vt:lpstr>
      <vt:lpstr>Algorithm Choice</vt:lpstr>
      <vt:lpstr>PowerPoint Presentation</vt:lpstr>
      <vt:lpstr>03</vt:lpstr>
      <vt:lpstr>Random Forest</vt:lpstr>
      <vt:lpstr>Why Random Forest?</vt:lpstr>
      <vt:lpstr>Planned Steps</vt:lpstr>
      <vt:lpstr>PowerPoint Presentation</vt:lpstr>
      <vt:lpstr>PowerPoint Presentation</vt:lpstr>
      <vt:lpstr>Conclusion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Mohamed Souleimane</cp:lastModifiedBy>
  <cp:revision>4</cp:revision>
  <dcterms:modified xsi:type="dcterms:W3CDTF">2025-01-15T13:25:52Z</dcterms:modified>
</cp:coreProperties>
</file>